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y="5143500" cx="9144000"/>
  <p:notesSz cx="6858000" cy="9144000"/>
  <p:embeddedFontLst>
    <p:embeddedFont>
      <p:font typeface="Roboto"/>
      <p:regular r:id="rId69"/>
      <p:bold r:id="rId70"/>
      <p:italic r:id="rId71"/>
      <p:boldItalic r:id="rId72"/>
    </p:embeddedFont>
    <p:embeddedFont>
      <p:font typeface="Roboto Mono Light"/>
      <p:regular r:id="rId73"/>
      <p:bold r:id="rId74"/>
      <p:italic r:id="rId75"/>
      <p:boldItalic r:id="rId76"/>
    </p:embeddedFont>
    <p:embeddedFont>
      <p:font typeface="Roboto Light"/>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Roboto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MonoLight-regular.fntdata"/><Relationship Id="rId72" Type="http://schemas.openxmlformats.org/officeDocument/2006/relationships/font" Target="fonts/Roboto-boldItalic.fntdata"/><Relationship Id="rId31" Type="http://schemas.openxmlformats.org/officeDocument/2006/relationships/slide" Target="slides/slide26.xml"/><Relationship Id="rId75" Type="http://schemas.openxmlformats.org/officeDocument/2006/relationships/font" Target="fonts/RobotoMonoLight-italic.fntdata"/><Relationship Id="rId30" Type="http://schemas.openxmlformats.org/officeDocument/2006/relationships/slide" Target="slides/slide25.xml"/><Relationship Id="rId74" Type="http://schemas.openxmlformats.org/officeDocument/2006/relationships/font" Target="fonts/RobotoMonoLight-bold.fntdata"/><Relationship Id="rId33" Type="http://schemas.openxmlformats.org/officeDocument/2006/relationships/slide" Target="slides/slide28.xml"/><Relationship Id="rId77" Type="http://schemas.openxmlformats.org/officeDocument/2006/relationships/font" Target="fonts/RobotoLight-regular.fntdata"/><Relationship Id="rId32" Type="http://schemas.openxmlformats.org/officeDocument/2006/relationships/slide" Target="slides/slide27.xml"/><Relationship Id="rId76" Type="http://schemas.openxmlformats.org/officeDocument/2006/relationships/font" Target="fonts/RobotoMonoLight-boldItalic.fntdata"/><Relationship Id="rId35" Type="http://schemas.openxmlformats.org/officeDocument/2006/relationships/slide" Target="slides/slide30.xml"/><Relationship Id="rId79" Type="http://schemas.openxmlformats.org/officeDocument/2006/relationships/font" Target="fonts/RobotoLight-italic.fntdata"/><Relationship Id="rId34" Type="http://schemas.openxmlformats.org/officeDocument/2006/relationships/slide" Target="slides/slide29.xml"/><Relationship Id="rId78" Type="http://schemas.openxmlformats.org/officeDocument/2006/relationships/font" Target="fonts/RobotoLight-bold.fntdata"/><Relationship Id="rId71" Type="http://schemas.openxmlformats.org/officeDocument/2006/relationships/font" Target="fonts/Roboto-italic.fntdata"/><Relationship Id="rId70" Type="http://schemas.openxmlformats.org/officeDocument/2006/relationships/font" Target="fonts/Roboto-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hatgpt.com/share/697aab84-f514-800c-9189-8f5a3d0f1542"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316241193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316241193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316241193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9316241193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316241193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9316241193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316241193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9316241193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316241193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316241193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9fd9f7e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b9fd9f7e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316241193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9316241193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210e92d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c210e92d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2f8b5cdb4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92f8b5cdb4_0_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931624119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931624119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3162411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93162411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31624119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931624119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31624119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931624119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1e56ac7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c1e56ac7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931624119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931624119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931624119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931624119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931624119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931624119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c210e92d6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c210e92d6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210e92d6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210e92d6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316241193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316241193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931624119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931624119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931624119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931624119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931624119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931624119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9316241193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9316241193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9316241193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9316241193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931624119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931624119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931624119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931624119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31624119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931624119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931624119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931624119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9316241193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9316241193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9316241193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9316241193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9316241193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9316241193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931624119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931624119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9316241193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9316241193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931624119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9316241193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9316241193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9316241193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https://chatgpt.com/share/697aab84-f514-800c-9189-8f5a3d0f1542</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c210e92d6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c210e92d6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https://chatgpt.com/share/697aab84-f514-800c-9189-8f5a3d0f1542</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9316241193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9316241193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9316241193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9316241193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9316241193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9316241193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931624119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931624119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9316241193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9316241193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9316241193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9316241193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9316241193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9316241193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9316241193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9316241193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9316241193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9316241193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9316241193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9316241193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9316241193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9316241193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9316241193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9316241193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https://chatgpt.com/share/697aab84-f514-800c-9189-8f5a3d0f1542</a:t>
            </a:r>
            <a:r>
              <a:rPr lang="en"/>
              <a:t>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9316241193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9316241193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9316241193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9316241193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9316241193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9316241193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9316241193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9316241193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9316241193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9316241193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9316241193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9316241193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c210e92d6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c210e92d6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9316241193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9316241193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9316241193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9316241193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9316241193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9316241193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9316241193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9316241193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9316241193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9316241193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92f8b5cdb4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92f8b5cdb4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2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22.png"/><Relationship Id="rId6" Type="http://schemas.openxmlformats.org/officeDocument/2006/relationships/image" Target="../media/image2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_1">
    <p:bg>
      <p:bgPr>
        <a:gradFill>
          <a:gsLst>
            <a:gs pos="0">
              <a:schemeClr val="lt1"/>
            </a:gs>
            <a:gs pos="74000">
              <a:schemeClr val="lt1"/>
            </a:gs>
            <a:gs pos="100000">
              <a:srgbClr val="F3F3F3"/>
            </a:gs>
          </a:gsLst>
          <a:path path="circle">
            <a:fillToRect b="50%" l="50%" r="50%" t="50%"/>
          </a:path>
          <a:tileRect/>
        </a:gra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311708" y="363575"/>
            <a:ext cx="8520600" cy="2052600"/>
          </a:xfrm>
          <a:prstGeom prst="rect">
            <a:avLst/>
          </a:prstGeom>
        </p:spPr>
        <p:txBody>
          <a:bodyPr anchorCtr="0" anchor="b" bIns="91425" lIns="91425" spcFirstLastPara="1" rIns="91425" wrap="square" tIns="91425">
            <a:norm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804600" y="2465056"/>
            <a:ext cx="8027700" cy="349500"/>
          </a:xfrm>
          <a:prstGeom prst="rect">
            <a:avLst/>
          </a:prstGeom>
        </p:spPr>
        <p:txBody>
          <a:bodyPr anchorCtr="0" anchor="ctr" bIns="0" lIns="0" spcFirstLastPara="1" rIns="0" wrap="square" tIns="0">
            <a:noAutofit/>
          </a:bodyPr>
          <a:lstStyle>
            <a:lvl1pPr lvl="0">
              <a:spcBef>
                <a:spcPts val="0"/>
              </a:spcBef>
              <a:spcAft>
                <a:spcPts val="0"/>
              </a:spcAft>
              <a:buSzPts val="2600"/>
              <a:buNone/>
              <a:defRPr sz="2600"/>
            </a:lvl1pPr>
            <a:lvl2pPr lvl="1">
              <a:spcBef>
                <a:spcPts val="0"/>
              </a:spcBef>
              <a:spcAft>
                <a:spcPts val="0"/>
              </a:spcAft>
              <a:buSzPts val="1400"/>
              <a:buFont typeface="Roboto"/>
              <a:buNone/>
              <a:defRPr>
                <a:latin typeface="Roboto"/>
                <a:ea typeface="Roboto"/>
                <a:cs typeface="Roboto"/>
                <a:sym typeface="Roboto"/>
              </a:defRPr>
            </a:lvl2pPr>
            <a:lvl3pPr lvl="2">
              <a:spcBef>
                <a:spcPts val="0"/>
              </a:spcBef>
              <a:spcAft>
                <a:spcPts val="0"/>
              </a:spcAft>
              <a:buSzPts val="1400"/>
              <a:buFont typeface="Roboto"/>
              <a:buNone/>
              <a:defRPr>
                <a:latin typeface="Roboto"/>
                <a:ea typeface="Roboto"/>
                <a:cs typeface="Roboto"/>
                <a:sym typeface="Roboto"/>
              </a:defRPr>
            </a:lvl3pPr>
            <a:lvl4pPr lvl="3">
              <a:spcBef>
                <a:spcPts val="0"/>
              </a:spcBef>
              <a:spcAft>
                <a:spcPts val="0"/>
              </a:spcAft>
              <a:buSzPts val="1400"/>
              <a:buFont typeface="Roboto"/>
              <a:buNone/>
              <a:defRPr>
                <a:latin typeface="Roboto"/>
                <a:ea typeface="Roboto"/>
                <a:cs typeface="Roboto"/>
                <a:sym typeface="Roboto"/>
              </a:defRPr>
            </a:lvl4pPr>
            <a:lvl5pPr lvl="4">
              <a:spcBef>
                <a:spcPts val="0"/>
              </a:spcBef>
              <a:spcAft>
                <a:spcPts val="0"/>
              </a:spcAft>
              <a:buSzPts val="1400"/>
              <a:buFont typeface="Roboto"/>
              <a:buNone/>
              <a:defRPr>
                <a:latin typeface="Roboto"/>
                <a:ea typeface="Roboto"/>
                <a:cs typeface="Roboto"/>
                <a:sym typeface="Roboto"/>
              </a:defRPr>
            </a:lvl5pPr>
            <a:lvl6pPr lvl="5">
              <a:spcBef>
                <a:spcPts val="0"/>
              </a:spcBef>
              <a:spcAft>
                <a:spcPts val="0"/>
              </a:spcAft>
              <a:buSzPts val="1400"/>
              <a:buFont typeface="Roboto"/>
              <a:buNone/>
              <a:defRPr>
                <a:latin typeface="Roboto"/>
                <a:ea typeface="Roboto"/>
                <a:cs typeface="Roboto"/>
                <a:sym typeface="Roboto"/>
              </a:defRPr>
            </a:lvl6pPr>
            <a:lvl7pPr lvl="6">
              <a:spcBef>
                <a:spcPts val="0"/>
              </a:spcBef>
              <a:spcAft>
                <a:spcPts val="0"/>
              </a:spcAft>
              <a:buSzPts val="1400"/>
              <a:buFont typeface="Roboto"/>
              <a:buNone/>
              <a:defRPr>
                <a:latin typeface="Roboto"/>
                <a:ea typeface="Roboto"/>
                <a:cs typeface="Roboto"/>
                <a:sym typeface="Roboto"/>
              </a:defRPr>
            </a:lvl7pPr>
            <a:lvl8pPr lvl="7">
              <a:spcBef>
                <a:spcPts val="0"/>
              </a:spcBef>
              <a:spcAft>
                <a:spcPts val="0"/>
              </a:spcAft>
              <a:buSzPts val="1400"/>
              <a:buFont typeface="Roboto"/>
              <a:buNone/>
              <a:defRPr>
                <a:latin typeface="Roboto"/>
                <a:ea typeface="Roboto"/>
                <a:cs typeface="Roboto"/>
                <a:sym typeface="Roboto"/>
              </a:defRPr>
            </a:lvl8pPr>
            <a:lvl9pPr lvl="8">
              <a:spcBef>
                <a:spcPts val="0"/>
              </a:spcBef>
              <a:spcAft>
                <a:spcPts val="0"/>
              </a:spcAft>
              <a:buSzPts val="1400"/>
              <a:buFont typeface="Roboto"/>
              <a:buNone/>
              <a:defRPr>
                <a:latin typeface="Roboto"/>
                <a:ea typeface="Roboto"/>
                <a:cs typeface="Roboto"/>
                <a:sym typeface="Roboto"/>
              </a:defRPr>
            </a:lvl9pPr>
          </a:lstStyle>
          <a:p/>
        </p:txBody>
      </p:sp>
      <p:sp>
        <p:nvSpPr>
          <p:cNvPr id="11" name="Google Shape;11;p2"/>
          <p:cNvSpPr txBox="1"/>
          <p:nvPr>
            <p:ph idx="2" type="subTitle"/>
          </p:nvPr>
        </p:nvSpPr>
        <p:spPr>
          <a:xfrm>
            <a:off x="804500" y="2823150"/>
            <a:ext cx="8027700" cy="302700"/>
          </a:xfrm>
          <a:prstGeom prst="rect">
            <a:avLst/>
          </a:prstGeom>
        </p:spPr>
        <p:txBody>
          <a:bodyPr anchorCtr="0" anchor="ctr" bIns="0" lIns="27425"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12" name="Google Shape;12;p2"/>
          <p:cNvSpPr txBox="1"/>
          <p:nvPr>
            <p:ph idx="3" type="subTitle"/>
          </p:nvPr>
        </p:nvSpPr>
        <p:spPr>
          <a:xfrm>
            <a:off x="796664" y="3115925"/>
            <a:ext cx="8027700" cy="302700"/>
          </a:xfrm>
          <a:prstGeom prst="rect">
            <a:avLst/>
          </a:prstGeom>
        </p:spPr>
        <p:txBody>
          <a:bodyPr anchorCtr="0" anchor="ctr" bIns="0" lIns="36575" spcFirstLastPara="1" rIns="0" wrap="square" tIns="0">
            <a:noAutofit/>
          </a:bodyPr>
          <a:lstStyle>
            <a:lvl1pPr lvl="0">
              <a:spcBef>
                <a:spcPts val="0"/>
              </a:spcBef>
              <a:spcAft>
                <a:spcPts val="0"/>
              </a:spcAft>
              <a:buSzPts val="1600"/>
              <a:buFont typeface="Roboto Mono Light"/>
              <a:buNone/>
              <a:defRPr sz="1600">
                <a:latin typeface="Roboto Mono Light"/>
                <a:ea typeface="Roboto Mono Light"/>
                <a:cs typeface="Roboto Mono Light"/>
                <a:sym typeface="Roboto Mono Light"/>
              </a:defRPr>
            </a:lvl1pPr>
            <a:lvl2pPr lvl="1">
              <a:spcBef>
                <a:spcPts val="0"/>
              </a:spcBef>
              <a:spcAft>
                <a:spcPts val="0"/>
              </a:spcAft>
              <a:buSzPts val="1600"/>
              <a:buFont typeface="Roboto Mono Light"/>
              <a:buNone/>
              <a:defRPr sz="1600">
                <a:latin typeface="Roboto Mono Light"/>
                <a:ea typeface="Roboto Mono Light"/>
                <a:cs typeface="Roboto Mono Light"/>
                <a:sym typeface="Roboto Mono Light"/>
              </a:defRPr>
            </a:lvl2pPr>
            <a:lvl3pPr lvl="2">
              <a:spcBef>
                <a:spcPts val="0"/>
              </a:spcBef>
              <a:spcAft>
                <a:spcPts val="0"/>
              </a:spcAft>
              <a:buSzPts val="1600"/>
              <a:buFont typeface="Roboto Mono Light"/>
              <a:buNone/>
              <a:defRPr sz="1600">
                <a:latin typeface="Roboto Mono Light"/>
                <a:ea typeface="Roboto Mono Light"/>
                <a:cs typeface="Roboto Mono Light"/>
                <a:sym typeface="Roboto Mono Light"/>
              </a:defRPr>
            </a:lvl3pPr>
            <a:lvl4pPr lvl="3">
              <a:spcBef>
                <a:spcPts val="0"/>
              </a:spcBef>
              <a:spcAft>
                <a:spcPts val="0"/>
              </a:spcAft>
              <a:buSzPts val="1600"/>
              <a:buFont typeface="Roboto Mono Light"/>
              <a:buNone/>
              <a:defRPr sz="1600">
                <a:latin typeface="Roboto Mono Light"/>
                <a:ea typeface="Roboto Mono Light"/>
                <a:cs typeface="Roboto Mono Light"/>
                <a:sym typeface="Roboto Mono Light"/>
              </a:defRPr>
            </a:lvl4pPr>
            <a:lvl5pPr lvl="4">
              <a:spcBef>
                <a:spcPts val="0"/>
              </a:spcBef>
              <a:spcAft>
                <a:spcPts val="0"/>
              </a:spcAft>
              <a:buSzPts val="1600"/>
              <a:buFont typeface="Roboto Mono Light"/>
              <a:buNone/>
              <a:defRPr sz="1600">
                <a:latin typeface="Roboto Mono Light"/>
                <a:ea typeface="Roboto Mono Light"/>
                <a:cs typeface="Roboto Mono Light"/>
                <a:sym typeface="Roboto Mono Light"/>
              </a:defRPr>
            </a:lvl5pPr>
            <a:lvl6pPr lvl="5">
              <a:spcBef>
                <a:spcPts val="0"/>
              </a:spcBef>
              <a:spcAft>
                <a:spcPts val="0"/>
              </a:spcAft>
              <a:buSzPts val="1600"/>
              <a:buFont typeface="Roboto Mono Light"/>
              <a:buNone/>
              <a:defRPr sz="1600">
                <a:latin typeface="Roboto Mono Light"/>
                <a:ea typeface="Roboto Mono Light"/>
                <a:cs typeface="Roboto Mono Light"/>
                <a:sym typeface="Roboto Mono Light"/>
              </a:defRPr>
            </a:lvl6pPr>
            <a:lvl7pPr lvl="6">
              <a:spcBef>
                <a:spcPts val="0"/>
              </a:spcBef>
              <a:spcAft>
                <a:spcPts val="0"/>
              </a:spcAft>
              <a:buSzPts val="1600"/>
              <a:buFont typeface="Roboto Mono Light"/>
              <a:buNone/>
              <a:defRPr sz="1600">
                <a:latin typeface="Roboto Mono Light"/>
                <a:ea typeface="Roboto Mono Light"/>
                <a:cs typeface="Roboto Mono Light"/>
                <a:sym typeface="Roboto Mono Light"/>
              </a:defRPr>
            </a:lvl7pPr>
            <a:lvl8pPr lvl="7">
              <a:spcBef>
                <a:spcPts val="0"/>
              </a:spcBef>
              <a:spcAft>
                <a:spcPts val="0"/>
              </a:spcAft>
              <a:buSzPts val="1600"/>
              <a:buFont typeface="Roboto Mono Light"/>
              <a:buNone/>
              <a:defRPr sz="1600">
                <a:latin typeface="Roboto Mono Light"/>
                <a:ea typeface="Roboto Mono Light"/>
                <a:cs typeface="Roboto Mono Light"/>
                <a:sym typeface="Roboto Mono Light"/>
              </a:defRPr>
            </a:lvl8pPr>
            <a:lvl9pPr lvl="8">
              <a:spcBef>
                <a:spcPts val="0"/>
              </a:spcBef>
              <a:spcAft>
                <a:spcPts val="0"/>
              </a:spcAft>
              <a:buSzPts val="1600"/>
              <a:buFont typeface="Roboto Mono Light"/>
              <a:buNone/>
              <a:defRPr sz="1600">
                <a:latin typeface="Roboto Mono Light"/>
                <a:ea typeface="Roboto Mono Light"/>
                <a:cs typeface="Roboto Mono Light"/>
                <a:sym typeface="Roboto Mono Light"/>
              </a:defRPr>
            </a:lvl9pPr>
          </a:lstStyle>
          <a:p/>
        </p:txBody>
      </p:sp>
      <p:grpSp>
        <p:nvGrpSpPr>
          <p:cNvPr id="13" name="Google Shape;13;p2"/>
          <p:cNvGrpSpPr/>
          <p:nvPr/>
        </p:nvGrpSpPr>
        <p:grpSpPr>
          <a:xfrm>
            <a:off x="481314" y="3186725"/>
            <a:ext cx="217200" cy="160400"/>
            <a:chOff x="481314" y="3186725"/>
            <a:chExt cx="217200" cy="160400"/>
          </a:xfrm>
        </p:grpSpPr>
        <p:sp>
          <p:nvSpPr>
            <p:cNvPr id="14" name="Google Shape;14;p2"/>
            <p:cNvSpPr/>
            <p:nvPr/>
          </p:nvSpPr>
          <p:spPr>
            <a:xfrm>
              <a:off x="481314" y="3187475"/>
              <a:ext cx="217200" cy="159600"/>
            </a:xfrm>
            <a:prstGeom prst="rect">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5" name="Google Shape;15;p2"/>
            <p:cNvSpPr/>
            <p:nvPr/>
          </p:nvSpPr>
          <p:spPr>
            <a:xfrm>
              <a:off x="481314" y="3245125"/>
              <a:ext cx="217200" cy="102000"/>
            </a:xfrm>
            <a:prstGeom prst="triangle">
              <a:avLst>
                <a:gd fmla="val 50552"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6" name="Google Shape;16;p2"/>
            <p:cNvSpPr/>
            <p:nvPr/>
          </p:nvSpPr>
          <p:spPr>
            <a:xfrm rot="10800000">
              <a:off x="499250" y="3186725"/>
              <a:ext cx="181200" cy="104100"/>
            </a:xfrm>
            <a:prstGeom prst="triangle">
              <a:avLst>
                <a:gd fmla="val 50552" name="adj"/>
              </a:avLst>
            </a:prstGeom>
            <a:solidFill>
              <a:schemeClr val="lt1"/>
            </a:solidFill>
            <a:ln cap="flat" cmpd="sng" w="9525">
              <a:solidFill>
                <a:schemeClr val="accent2"/>
              </a:solidFill>
              <a:prstDash val="solid"/>
              <a:round/>
              <a:headEnd len="sm" w="sm" type="none"/>
              <a:tailEnd len="sm" w="sm" type="none"/>
            </a:ln>
            <a:effectLst>
              <a:outerShdw blurRad="14288" rotWithShape="0" algn="bl" dir="5400000" dist="9525">
                <a:srgbClr val="000000">
                  <a:alpha val="2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17" name="Google Shape;17;p2"/>
            <p:cNvSpPr/>
            <p:nvPr/>
          </p:nvSpPr>
          <p:spPr>
            <a:xfrm rot="10800000">
              <a:off x="481314" y="3187525"/>
              <a:ext cx="217200" cy="102000"/>
            </a:xfrm>
            <a:prstGeom prst="triangle">
              <a:avLst>
                <a:gd fmla="val 50552"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grpSp>
      <p:grpSp>
        <p:nvGrpSpPr>
          <p:cNvPr id="18" name="Google Shape;18;p2"/>
          <p:cNvGrpSpPr/>
          <p:nvPr/>
        </p:nvGrpSpPr>
        <p:grpSpPr>
          <a:xfrm>
            <a:off x="481325" y="2878175"/>
            <a:ext cx="217200" cy="192637"/>
            <a:chOff x="481175" y="2886675"/>
            <a:chExt cx="217200" cy="192637"/>
          </a:xfrm>
        </p:grpSpPr>
        <p:sp>
          <p:nvSpPr>
            <p:cNvPr id="19" name="Google Shape;19;p2"/>
            <p:cNvSpPr/>
            <p:nvPr/>
          </p:nvSpPr>
          <p:spPr>
            <a:xfrm>
              <a:off x="481175" y="3064612"/>
              <a:ext cx="217200" cy="14700"/>
            </a:xfrm>
            <a:prstGeom prst="trapezoid">
              <a:avLst>
                <a:gd fmla="val 4441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89700" y="2886675"/>
              <a:ext cx="198600" cy="1839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 name="Google Shape;21;p2"/>
            <p:cNvGrpSpPr/>
            <p:nvPr/>
          </p:nvGrpSpPr>
          <p:grpSpPr>
            <a:xfrm>
              <a:off x="551760" y="2997815"/>
              <a:ext cx="74969" cy="70120"/>
              <a:chOff x="611205" y="3668129"/>
              <a:chExt cx="65100" cy="60900"/>
            </a:xfrm>
          </p:grpSpPr>
          <p:sp>
            <p:nvSpPr>
              <p:cNvPr id="22" name="Google Shape;22;p2"/>
              <p:cNvSpPr/>
              <p:nvPr/>
            </p:nvSpPr>
            <p:spPr>
              <a:xfrm>
                <a:off x="611205" y="3668129"/>
                <a:ext cx="65100" cy="609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2"/>
              <p:cNvCxnSpPr/>
              <p:nvPr/>
            </p:nvCxnSpPr>
            <p:spPr>
              <a:xfrm>
                <a:off x="643703" y="3668129"/>
                <a:ext cx="0" cy="60900"/>
              </a:xfrm>
              <a:prstGeom prst="straightConnector1">
                <a:avLst/>
              </a:prstGeom>
              <a:noFill/>
              <a:ln cap="flat" cmpd="sng" w="9525">
                <a:solidFill>
                  <a:schemeClr val="accent2"/>
                </a:solidFill>
                <a:prstDash val="solid"/>
                <a:round/>
                <a:headEnd len="med" w="med" type="none"/>
                <a:tailEnd len="med" w="med" type="none"/>
              </a:ln>
            </p:spPr>
          </p:cxnSp>
        </p:grpSp>
        <p:grpSp>
          <p:nvGrpSpPr>
            <p:cNvPr id="24" name="Google Shape;24;p2"/>
            <p:cNvGrpSpPr/>
            <p:nvPr/>
          </p:nvGrpSpPr>
          <p:grpSpPr>
            <a:xfrm>
              <a:off x="552567" y="2905487"/>
              <a:ext cx="26630" cy="72914"/>
              <a:chOff x="611205" y="3568524"/>
              <a:chExt cx="28500" cy="78016"/>
            </a:xfrm>
          </p:grpSpPr>
          <p:sp>
            <p:nvSpPr>
              <p:cNvPr id="25" name="Google Shape;25;p2"/>
              <p:cNvSpPr/>
              <p:nvPr/>
            </p:nvSpPr>
            <p:spPr>
              <a:xfrm>
                <a:off x="611205"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611205"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 name="Google Shape;27;p2"/>
            <p:cNvGrpSpPr/>
            <p:nvPr/>
          </p:nvGrpSpPr>
          <p:grpSpPr>
            <a:xfrm>
              <a:off x="599157" y="2905456"/>
              <a:ext cx="26630" cy="72914"/>
              <a:chOff x="647625" y="3568524"/>
              <a:chExt cx="28500" cy="78016"/>
            </a:xfrm>
          </p:grpSpPr>
          <p:sp>
            <p:nvSpPr>
              <p:cNvPr id="28" name="Google Shape;28;p2"/>
              <p:cNvSpPr/>
              <p:nvPr/>
            </p:nvSpPr>
            <p:spPr>
              <a:xfrm>
                <a:off x="647625"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47625"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505970" y="2905429"/>
              <a:ext cx="26636" cy="119026"/>
              <a:chOff x="501943" y="3568524"/>
              <a:chExt cx="28500" cy="127533"/>
            </a:xfrm>
          </p:grpSpPr>
          <p:sp>
            <p:nvSpPr>
              <p:cNvPr id="31" name="Google Shape;31;p2"/>
              <p:cNvSpPr/>
              <p:nvPr/>
            </p:nvSpPr>
            <p:spPr>
              <a:xfrm>
                <a:off x="501943"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01943"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01943" y="3667557"/>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 name="Google Shape;34;p2"/>
            <p:cNvGrpSpPr/>
            <p:nvPr/>
          </p:nvGrpSpPr>
          <p:grpSpPr>
            <a:xfrm>
              <a:off x="645734" y="2905467"/>
              <a:ext cx="26636" cy="119026"/>
              <a:chOff x="501943" y="3568524"/>
              <a:chExt cx="28500" cy="127533"/>
            </a:xfrm>
          </p:grpSpPr>
          <p:sp>
            <p:nvSpPr>
              <p:cNvPr id="35" name="Google Shape;35;p2"/>
              <p:cNvSpPr/>
              <p:nvPr/>
            </p:nvSpPr>
            <p:spPr>
              <a:xfrm>
                <a:off x="501943"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501943"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01943" y="3667557"/>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 name="Google Shape;38;p2"/>
          <p:cNvGrpSpPr/>
          <p:nvPr/>
        </p:nvGrpSpPr>
        <p:grpSpPr>
          <a:xfrm>
            <a:off x="481334" y="2533056"/>
            <a:ext cx="217170" cy="213486"/>
            <a:chOff x="997925" y="1292537"/>
            <a:chExt cx="703500" cy="691563"/>
          </a:xfrm>
        </p:grpSpPr>
        <p:sp>
          <p:nvSpPr>
            <p:cNvPr id="39" name="Google Shape;39;p2"/>
            <p:cNvSpPr/>
            <p:nvPr/>
          </p:nvSpPr>
          <p:spPr>
            <a:xfrm>
              <a:off x="997925" y="1658900"/>
              <a:ext cx="703500" cy="325200"/>
            </a:xfrm>
            <a:prstGeom prst="roundRect">
              <a:avLst>
                <a:gd fmla="val 31303" name="adj"/>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187077" y="1292537"/>
              <a:ext cx="325200" cy="3252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10800000">
              <a:off x="1272675" y="1642993"/>
              <a:ext cx="153900" cy="462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2"/>
          <p:cNvSpPr txBox="1"/>
          <p:nvPr>
            <p:ph idx="4" type="subTitle"/>
          </p:nvPr>
        </p:nvSpPr>
        <p:spPr>
          <a:xfrm>
            <a:off x="804589" y="3418613"/>
            <a:ext cx="8027700" cy="302700"/>
          </a:xfrm>
          <a:prstGeom prst="rect">
            <a:avLst/>
          </a:prstGeom>
        </p:spPr>
        <p:txBody>
          <a:bodyPr anchorCtr="0" anchor="ctr" bIns="0" lIns="36575" spcFirstLastPara="1" rIns="0" wrap="square" tIns="0">
            <a:noAutofit/>
          </a:bodyPr>
          <a:lstStyle>
            <a:lvl1pPr lvl="0">
              <a:spcBef>
                <a:spcPts val="0"/>
              </a:spcBef>
              <a:spcAft>
                <a:spcPts val="0"/>
              </a:spcAft>
              <a:buSzPts val="1600"/>
              <a:buFont typeface="Roboto Mono Light"/>
              <a:buNone/>
              <a:defRPr sz="1600">
                <a:latin typeface="Roboto Mono Light"/>
                <a:ea typeface="Roboto Mono Light"/>
                <a:cs typeface="Roboto Mono Light"/>
                <a:sym typeface="Roboto Mono Light"/>
              </a:defRPr>
            </a:lvl1pPr>
            <a:lvl2pPr lvl="1">
              <a:spcBef>
                <a:spcPts val="0"/>
              </a:spcBef>
              <a:spcAft>
                <a:spcPts val="0"/>
              </a:spcAft>
              <a:buSzPts val="1600"/>
              <a:buFont typeface="Roboto Mono Light"/>
              <a:buNone/>
              <a:defRPr sz="1600">
                <a:latin typeface="Roboto Mono Light"/>
                <a:ea typeface="Roboto Mono Light"/>
                <a:cs typeface="Roboto Mono Light"/>
                <a:sym typeface="Roboto Mono Light"/>
              </a:defRPr>
            </a:lvl2pPr>
            <a:lvl3pPr lvl="2">
              <a:spcBef>
                <a:spcPts val="0"/>
              </a:spcBef>
              <a:spcAft>
                <a:spcPts val="0"/>
              </a:spcAft>
              <a:buSzPts val="1600"/>
              <a:buFont typeface="Roboto Mono Light"/>
              <a:buNone/>
              <a:defRPr sz="1600">
                <a:latin typeface="Roboto Mono Light"/>
                <a:ea typeface="Roboto Mono Light"/>
                <a:cs typeface="Roboto Mono Light"/>
                <a:sym typeface="Roboto Mono Light"/>
              </a:defRPr>
            </a:lvl3pPr>
            <a:lvl4pPr lvl="3">
              <a:spcBef>
                <a:spcPts val="0"/>
              </a:spcBef>
              <a:spcAft>
                <a:spcPts val="0"/>
              </a:spcAft>
              <a:buSzPts val="1600"/>
              <a:buFont typeface="Roboto Mono Light"/>
              <a:buNone/>
              <a:defRPr sz="1600">
                <a:latin typeface="Roboto Mono Light"/>
                <a:ea typeface="Roboto Mono Light"/>
                <a:cs typeface="Roboto Mono Light"/>
                <a:sym typeface="Roboto Mono Light"/>
              </a:defRPr>
            </a:lvl4pPr>
            <a:lvl5pPr lvl="4">
              <a:spcBef>
                <a:spcPts val="0"/>
              </a:spcBef>
              <a:spcAft>
                <a:spcPts val="0"/>
              </a:spcAft>
              <a:buSzPts val="1600"/>
              <a:buFont typeface="Roboto Mono Light"/>
              <a:buNone/>
              <a:defRPr sz="1600">
                <a:latin typeface="Roboto Mono Light"/>
                <a:ea typeface="Roboto Mono Light"/>
                <a:cs typeface="Roboto Mono Light"/>
                <a:sym typeface="Roboto Mono Light"/>
              </a:defRPr>
            </a:lvl5pPr>
            <a:lvl6pPr lvl="5">
              <a:spcBef>
                <a:spcPts val="0"/>
              </a:spcBef>
              <a:spcAft>
                <a:spcPts val="0"/>
              </a:spcAft>
              <a:buSzPts val="1600"/>
              <a:buFont typeface="Roboto Mono Light"/>
              <a:buNone/>
              <a:defRPr sz="1600">
                <a:latin typeface="Roboto Mono Light"/>
                <a:ea typeface="Roboto Mono Light"/>
                <a:cs typeface="Roboto Mono Light"/>
                <a:sym typeface="Roboto Mono Light"/>
              </a:defRPr>
            </a:lvl6pPr>
            <a:lvl7pPr lvl="6">
              <a:spcBef>
                <a:spcPts val="0"/>
              </a:spcBef>
              <a:spcAft>
                <a:spcPts val="0"/>
              </a:spcAft>
              <a:buSzPts val="1600"/>
              <a:buFont typeface="Roboto Mono Light"/>
              <a:buNone/>
              <a:defRPr sz="1600">
                <a:latin typeface="Roboto Mono Light"/>
                <a:ea typeface="Roboto Mono Light"/>
                <a:cs typeface="Roboto Mono Light"/>
                <a:sym typeface="Roboto Mono Light"/>
              </a:defRPr>
            </a:lvl7pPr>
            <a:lvl8pPr lvl="7">
              <a:spcBef>
                <a:spcPts val="0"/>
              </a:spcBef>
              <a:spcAft>
                <a:spcPts val="0"/>
              </a:spcAft>
              <a:buSzPts val="1600"/>
              <a:buFont typeface="Roboto Mono Light"/>
              <a:buNone/>
              <a:defRPr sz="1600">
                <a:latin typeface="Roboto Mono Light"/>
                <a:ea typeface="Roboto Mono Light"/>
                <a:cs typeface="Roboto Mono Light"/>
                <a:sym typeface="Roboto Mono Light"/>
              </a:defRPr>
            </a:lvl8pPr>
            <a:lvl9pPr lvl="8">
              <a:spcBef>
                <a:spcPts val="0"/>
              </a:spcBef>
              <a:spcAft>
                <a:spcPts val="0"/>
              </a:spcAft>
              <a:buSzPts val="1600"/>
              <a:buFont typeface="Roboto Mono Light"/>
              <a:buNone/>
              <a:defRPr sz="1600">
                <a:latin typeface="Roboto Mono Light"/>
                <a:ea typeface="Roboto Mono Light"/>
                <a:cs typeface="Roboto Mono Light"/>
                <a:sym typeface="Roboto Mono Light"/>
              </a:defRPr>
            </a:lvl9pPr>
          </a:lstStyle>
          <a:p/>
        </p:txBody>
      </p:sp>
      <p:pic>
        <p:nvPicPr>
          <p:cNvPr id="43" name="Google Shape;43;p2"/>
          <p:cNvPicPr preferRelativeResize="0"/>
          <p:nvPr/>
        </p:nvPicPr>
        <p:blipFill>
          <a:blip r:embed="rId2">
            <a:alphaModFix/>
          </a:blip>
          <a:stretch>
            <a:fillRect/>
          </a:stretch>
        </p:blipFill>
        <p:spPr>
          <a:xfrm>
            <a:off x="427575" y="3466780"/>
            <a:ext cx="181600" cy="164168"/>
          </a:xfrm>
          <a:prstGeom prst="rect">
            <a:avLst/>
          </a:prstGeom>
          <a:noFill/>
          <a:ln>
            <a:noFill/>
          </a:ln>
        </p:spPr>
      </p:pic>
      <p:grpSp>
        <p:nvGrpSpPr>
          <p:cNvPr id="44" name="Google Shape;44;p2"/>
          <p:cNvGrpSpPr/>
          <p:nvPr/>
        </p:nvGrpSpPr>
        <p:grpSpPr>
          <a:xfrm>
            <a:off x="537347" y="3483320"/>
            <a:ext cx="214913" cy="189849"/>
            <a:chOff x="577506" y="3463050"/>
            <a:chExt cx="214913" cy="189849"/>
          </a:xfrm>
        </p:grpSpPr>
        <p:pic>
          <p:nvPicPr>
            <p:cNvPr id="45" name="Google Shape;45;p2"/>
            <p:cNvPicPr preferRelativeResize="0"/>
            <p:nvPr/>
          </p:nvPicPr>
          <p:blipFill>
            <a:blip r:embed="rId3">
              <a:alphaModFix/>
            </a:blip>
            <a:stretch>
              <a:fillRect/>
            </a:stretch>
          </p:blipFill>
          <p:spPr>
            <a:xfrm>
              <a:off x="577506" y="3463050"/>
              <a:ext cx="214913" cy="189849"/>
            </a:xfrm>
            <a:prstGeom prst="rect">
              <a:avLst/>
            </a:prstGeom>
            <a:noFill/>
            <a:ln>
              <a:noFill/>
            </a:ln>
          </p:spPr>
        </p:pic>
        <p:pic>
          <p:nvPicPr>
            <p:cNvPr id="46" name="Google Shape;46;p2"/>
            <p:cNvPicPr preferRelativeResize="0"/>
            <p:nvPr/>
          </p:nvPicPr>
          <p:blipFill>
            <a:blip r:embed="rId4">
              <a:alphaModFix/>
            </a:blip>
            <a:stretch>
              <a:fillRect/>
            </a:stretch>
          </p:blipFill>
          <p:spPr>
            <a:xfrm>
              <a:off x="594164" y="3477775"/>
              <a:ext cx="181597" cy="160400"/>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TITLE_1_1_2">
    <p:bg>
      <p:bgPr>
        <a:gradFill>
          <a:gsLst>
            <a:gs pos="0">
              <a:schemeClr val="lt1"/>
            </a:gs>
            <a:gs pos="74000">
              <a:schemeClr val="lt1"/>
            </a:gs>
            <a:gs pos="100000">
              <a:srgbClr val="F3F3F3"/>
            </a:gs>
          </a:gsLst>
          <a:path path="circle">
            <a:fillToRect b="50%" l="50%" r="50%" t="50%"/>
          </a:path>
          <a:tileRect/>
        </a:gradFill>
      </p:bgPr>
    </p:bg>
    <p:spTree>
      <p:nvGrpSpPr>
        <p:cNvPr id="47" name="Shape 47"/>
        <p:cNvGrpSpPr/>
        <p:nvPr/>
      </p:nvGrpSpPr>
      <p:grpSpPr>
        <a:xfrm>
          <a:off x="0" y="0"/>
          <a:ext cx="0" cy="0"/>
          <a:chOff x="0" y="0"/>
          <a:chExt cx="0" cy="0"/>
        </a:xfrm>
      </p:grpSpPr>
      <p:sp>
        <p:nvSpPr>
          <p:cNvPr id="48" name="Google Shape;48;p3"/>
          <p:cNvSpPr txBox="1"/>
          <p:nvPr>
            <p:ph type="ctrTitle"/>
          </p:nvPr>
        </p:nvSpPr>
        <p:spPr>
          <a:xfrm>
            <a:off x="311708" y="668375"/>
            <a:ext cx="8520600" cy="2052600"/>
          </a:xfrm>
          <a:prstGeom prst="rect">
            <a:avLst/>
          </a:prstGeom>
        </p:spPr>
        <p:txBody>
          <a:bodyPr anchorCtr="0" anchor="b" bIns="91425" lIns="91425" spcFirstLastPara="1" rIns="91425" wrap="square" tIns="91425">
            <a:norm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9" name="Google Shape;49;p3"/>
          <p:cNvSpPr txBox="1"/>
          <p:nvPr>
            <p:ph idx="1" type="subTitle"/>
          </p:nvPr>
        </p:nvSpPr>
        <p:spPr>
          <a:xfrm>
            <a:off x="804600" y="2769856"/>
            <a:ext cx="8027700" cy="349500"/>
          </a:xfrm>
          <a:prstGeom prst="rect">
            <a:avLst/>
          </a:prstGeom>
        </p:spPr>
        <p:txBody>
          <a:bodyPr anchorCtr="0" anchor="ctr" bIns="0" lIns="0" spcFirstLastPara="1" rIns="0" wrap="square" tIns="0">
            <a:noAutofit/>
          </a:bodyPr>
          <a:lstStyle>
            <a:lvl1pPr lvl="0">
              <a:spcBef>
                <a:spcPts val="0"/>
              </a:spcBef>
              <a:spcAft>
                <a:spcPts val="0"/>
              </a:spcAft>
              <a:buSzPts val="2600"/>
              <a:buNone/>
              <a:defRPr sz="2600"/>
            </a:lvl1pPr>
            <a:lvl2pPr lvl="1">
              <a:spcBef>
                <a:spcPts val="0"/>
              </a:spcBef>
              <a:spcAft>
                <a:spcPts val="0"/>
              </a:spcAft>
              <a:buSzPts val="1400"/>
              <a:buFont typeface="Roboto"/>
              <a:buNone/>
              <a:defRPr>
                <a:latin typeface="Roboto"/>
                <a:ea typeface="Roboto"/>
                <a:cs typeface="Roboto"/>
                <a:sym typeface="Roboto"/>
              </a:defRPr>
            </a:lvl2pPr>
            <a:lvl3pPr lvl="2">
              <a:spcBef>
                <a:spcPts val="0"/>
              </a:spcBef>
              <a:spcAft>
                <a:spcPts val="0"/>
              </a:spcAft>
              <a:buSzPts val="1400"/>
              <a:buFont typeface="Roboto"/>
              <a:buNone/>
              <a:defRPr>
                <a:latin typeface="Roboto"/>
                <a:ea typeface="Roboto"/>
                <a:cs typeface="Roboto"/>
                <a:sym typeface="Roboto"/>
              </a:defRPr>
            </a:lvl3pPr>
            <a:lvl4pPr lvl="3">
              <a:spcBef>
                <a:spcPts val="0"/>
              </a:spcBef>
              <a:spcAft>
                <a:spcPts val="0"/>
              </a:spcAft>
              <a:buSzPts val="1400"/>
              <a:buFont typeface="Roboto"/>
              <a:buNone/>
              <a:defRPr>
                <a:latin typeface="Roboto"/>
                <a:ea typeface="Roboto"/>
                <a:cs typeface="Roboto"/>
                <a:sym typeface="Roboto"/>
              </a:defRPr>
            </a:lvl4pPr>
            <a:lvl5pPr lvl="4">
              <a:spcBef>
                <a:spcPts val="0"/>
              </a:spcBef>
              <a:spcAft>
                <a:spcPts val="0"/>
              </a:spcAft>
              <a:buSzPts val="1400"/>
              <a:buFont typeface="Roboto"/>
              <a:buNone/>
              <a:defRPr>
                <a:latin typeface="Roboto"/>
                <a:ea typeface="Roboto"/>
                <a:cs typeface="Roboto"/>
                <a:sym typeface="Roboto"/>
              </a:defRPr>
            </a:lvl5pPr>
            <a:lvl6pPr lvl="5">
              <a:spcBef>
                <a:spcPts val="0"/>
              </a:spcBef>
              <a:spcAft>
                <a:spcPts val="0"/>
              </a:spcAft>
              <a:buSzPts val="1400"/>
              <a:buFont typeface="Roboto"/>
              <a:buNone/>
              <a:defRPr>
                <a:latin typeface="Roboto"/>
                <a:ea typeface="Roboto"/>
                <a:cs typeface="Roboto"/>
                <a:sym typeface="Roboto"/>
              </a:defRPr>
            </a:lvl6pPr>
            <a:lvl7pPr lvl="6">
              <a:spcBef>
                <a:spcPts val="0"/>
              </a:spcBef>
              <a:spcAft>
                <a:spcPts val="0"/>
              </a:spcAft>
              <a:buSzPts val="1400"/>
              <a:buFont typeface="Roboto"/>
              <a:buNone/>
              <a:defRPr>
                <a:latin typeface="Roboto"/>
                <a:ea typeface="Roboto"/>
                <a:cs typeface="Roboto"/>
                <a:sym typeface="Roboto"/>
              </a:defRPr>
            </a:lvl7pPr>
            <a:lvl8pPr lvl="7">
              <a:spcBef>
                <a:spcPts val="0"/>
              </a:spcBef>
              <a:spcAft>
                <a:spcPts val="0"/>
              </a:spcAft>
              <a:buSzPts val="1400"/>
              <a:buFont typeface="Roboto"/>
              <a:buNone/>
              <a:defRPr>
                <a:latin typeface="Roboto"/>
                <a:ea typeface="Roboto"/>
                <a:cs typeface="Roboto"/>
                <a:sym typeface="Roboto"/>
              </a:defRPr>
            </a:lvl8pPr>
            <a:lvl9pPr lvl="8">
              <a:spcBef>
                <a:spcPts val="0"/>
              </a:spcBef>
              <a:spcAft>
                <a:spcPts val="0"/>
              </a:spcAft>
              <a:buSzPts val="1400"/>
              <a:buFont typeface="Roboto"/>
              <a:buNone/>
              <a:defRPr>
                <a:latin typeface="Roboto"/>
                <a:ea typeface="Roboto"/>
                <a:cs typeface="Roboto"/>
                <a:sym typeface="Roboto"/>
              </a:defRPr>
            </a:lvl9pPr>
          </a:lstStyle>
          <a:p/>
        </p:txBody>
      </p:sp>
      <p:sp>
        <p:nvSpPr>
          <p:cNvPr id="50" name="Google Shape;50;p3"/>
          <p:cNvSpPr txBox="1"/>
          <p:nvPr>
            <p:ph idx="2" type="subTitle"/>
          </p:nvPr>
        </p:nvSpPr>
        <p:spPr>
          <a:xfrm>
            <a:off x="804500" y="3127950"/>
            <a:ext cx="8027700" cy="302700"/>
          </a:xfrm>
          <a:prstGeom prst="rect">
            <a:avLst/>
          </a:prstGeom>
        </p:spPr>
        <p:txBody>
          <a:bodyPr anchorCtr="0" anchor="ctr" bIns="0" lIns="27425"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51" name="Google Shape;51;p3"/>
          <p:cNvSpPr txBox="1"/>
          <p:nvPr>
            <p:ph idx="3" type="subTitle"/>
          </p:nvPr>
        </p:nvSpPr>
        <p:spPr>
          <a:xfrm>
            <a:off x="796664" y="3420725"/>
            <a:ext cx="8027700" cy="302700"/>
          </a:xfrm>
          <a:prstGeom prst="rect">
            <a:avLst/>
          </a:prstGeom>
        </p:spPr>
        <p:txBody>
          <a:bodyPr anchorCtr="0" anchor="ctr" bIns="0" lIns="36575" spcFirstLastPara="1" rIns="0" wrap="square" tIns="0">
            <a:noAutofit/>
          </a:bodyPr>
          <a:lstStyle>
            <a:lvl1pPr lvl="0">
              <a:spcBef>
                <a:spcPts val="0"/>
              </a:spcBef>
              <a:spcAft>
                <a:spcPts val="0"/>
              </a:spcAft>
              <a:buSzPts val="1600"/>
              <a:buFont typeface="Roboto Mono Light"/>
              <a:buNone/>
              <a:defRPr sz="1600">
                <a:latin typeface="Roboto Mono Light"/>
                <a:ea typeface="Roboto Mono Light"/>
                <a:cs typeface="Roboto Mono Light"/>
                <a:sym typeface="Roboto Mono Light"/>
              </a:defRPr>
            </a:lvl1pPr>
            <a:lvl2pPr lvl="1">
              <a:spcBef>
                <a:spcPts val="0"/>
              </a:spcBef>
              <a:spcAft>
                <a:spcPts val="0"/>
              </a:spcAft>
              <a:buSzPts val="1600"/>
              <a:buFont typeface="Roboto Mono Light"/>
              <a:buNone/>
              <a:defRPr sz="1600">
                <a:latin typeface="Roboto Mono Light"/>
                <a:ea typeface="Roboto Mono Light"/>
                <a:cs typeface="Roboto Mono Light"/>
                <a:sym typeface="Roboto Mono Light"/>
              </a:defRPr>
            </a:lvl2pPr>
            <a:lvl3pPr lvl="2">
              <a:spcBef>
                <a:spcPts val="0"/>
              </a:spcBef>
              <a:spcAft>
                <a:spcPts val="0"/>
              </a:spcAft>
              <a:buSzPts val="1600"/>
              <a:buFont typeface="Roboto Mono Light"/>
              <a:buNone/>
              <a:defRPr sz="1600">
                <a:latin typeface="Roboto Mono Light"/>
                <a:ea typeface="Roboto Mono Light"/>
                <a:cs typeface="Roboto Mono Light"/>
                <a:sym typeface="Roboto Mono Light"/>
              </a:defRPr>
            </a:lvl3pPr>
            <a:lvl4pPr lvl="3">
              <a:spcBef>
                <a:spcPts val="0"/>
              </a:spcBef>
              <a:spcAft>
                <a:spcPts val="0"/>
              </a:spcAft>
              <a:buSzPts val="1600"/>
              <a:buFont typeface="Roboto Mono Light"/>
              <a:buNone/>
              <a:defRPr sz="1600">
                <a:latin typeface="Roboto Mono Light"/>
                <a:ea typeface="Roboto Mono Light"/>
                <a:cs typeface="Roboto Mono Light"/>
                <a:sym typeface="Roboto Mono Light"/>
              </a:defRPr>
            </a:lvl4pPr>
            <a:lvl5pPr lvl="4">
              <a:spcBef>
                <a:spcPts val="0"/>
              </a:spcBef>
              <a:spcAft>
                <a:spcPts val="0"/>
              </a:spcAft>
              <a:buSzPts val="1600"/>
              <a:buFont typeface="Roboto Mono Light"/>
              <a:buNone/>
              <a:defRPr sz="1600">
                <a:latin typeface="Roboto Mono Light"/>
                <a:ea typeface="Roboto Mono Light"/>
                <a:cs typeface="Roboto Mono Light"/>
                <a:sym typeface="Roboto Mono Light"/>
              </a:defRPr>
            </a:lvl5pPr>
            <a:lvl6pPr lvl="5">
              <a:spcBef>
                <a:spcPts val="0"/>
              </a:spcBef>
              <a:spcAft>
                <a:spcPts val="0"/>
              </a:spcAft>
              <a:buSzPts val="1600"/>
              <a:buFont typeface="Roboto Mono Light"/>
              <a:buNone/>
              <a:defRPr sz="1600">
                <a:latin typeface="Roboto Mono Light"/>
                <a:ea typeface="Roboto Mono Light"/>
                <a:cs typeface="Roboto Mono Light"/>
                <a:sym typeface="Roboto Mono Light"/>
              </a:defRPr>
            </a:lvl6pPr>
            <a:lvl7pPr lvl="6">
              <a:spcBef>
                <a:spcPts val="0"/>
              </a:spcBef>
              <a:spcAft>
                <a:spcPts val="0"/>
              </a:spcAft>
              <a:buSzPts val="1600"/>
              <a:buFont typeface="Roboto Mono Light"/>
              <a:buNone/>
              <a:defRPr sz="1600">
                <a:latin typeface="Roboto Mono Light"/>
                <a:ea typeface="Roboto Mono Light"/>
                <a:cs typeface="Roboto Mono Light"/>
                <a:sym typeface="Roboto Mono Light"/>
              </a:defRPr>
            </a:lvl7pPr>
            <a:lvl8pPr lvl="7">
              <a:spcBef>
                <a:spcPts val="0"/>
              </a:spcBef>
              <a:spcAft>
                <a:spcPts val="0"/>
              </a:spcAft>
              <a:buSzPts val="1600"/>
              <a:buFont typeface="Roboto Mono Light"/>
              <a:buNone/>
              <a:defRPr sz="1600">
                <a:latin typeface="Roboto Mono Light"/>
                <a:ea typeface="Roboto Mono Light"/>
                <a:cs typeface="Roboto Mono Light"/>
                <a:sym typeface="Roboto Mono Light"/>
              </a:defRPr>
            </a:lvl8pPr>
            <a:lvl9pPr lvl="8">
              <a:spcBef>
                <a:spcPts val="0"/>
              </a:spcBef>
              <a:spcAft>
                <a:spcPts val="0"/>
              </a:spcAft>
              <a:buSzPts val="1600"/>
              <a:buFont typeface="Roboto Mono Light"/>
              <a:buNone/>
              <a:defRPr sz="1600">
                <a:latin typeface="Roboto Mono Light"/>
                <a:ea typeface="Roboto Mono Light"/>
                <a:cs typeface="Roboto Mono Light"/>
                <a:sym typeface="Roboto Mono Light"/>
              </a:defRPr>
            </a:lvl9pPr>
          </a:lstStyle>
          <a:p/>
        </p:txBody>
      </p:sp>
      <p:grpSp>
        <p:nvGrpSpPr>
          <p:cNvPr id="52" name="Google Shape;52;p3"/>
          <p:cNvGrpSpPr/>
          <p:nvPr/>
        </p:nvGrpSpPr>
        <p:grpSpPr>
          <a:xfrm>
            <a:off x="481314" y="3491525"/>
            <a:ext cx="217200" cy="160400"/>
            <a:chOff x="481314" y="3186725"/>
            <a:chExt cx="217200" cy="160400"/>
          </a:xfrm>
        </p:grpSpPr>
        <p:sp>
          <p:nvSpPr>
            <p:cNvPr id="53" name="Google Shape;53;p3"/>
            <p:cNvSpPr/>
            <p:nvPr/>
          </p:nvSpPr>
          <p:spPr>
            <a:xfrm>
              <a:off x="481314" y="3187475"/>
              <a:ext cx="217200" cy="159600"/>
            </a:xfrm>
            <a:prstGeom prst="rect">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4" name="Google Shape;54;p3"/>
            <p:cNvSpPr/>
            <p:nvPr/>
          </p:nvSpPr>
          <p:spPr>
            <a:xfrm>
              <a:off x="481314" y="3245125"/>
              <a:ext cx="217200" cy="102000"/>
            </a:xfrm>
            <a:prstGeom prst="triangle">
              <a:avLst>
                <a:gd fmla="val 50552"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5" name="Google Shape;55;p3"/>
            <p:cNvSpPr/>
            <p:nvPr/>
          </p:nvSpPr>
          <p:spPr>
            <a:xfrm rot="10800000">
              <a:off x="499250" y="3186725"/>
              <a:ext cx="181200" cy="104100"/>
            </a:xfrm>
            <a:prstGeom prst="triangle">
              <a:avLst>
                <a:gd fmla="val 50552" name="adj"/>
              </a:avLst>
            </a:prstGeom>
            <a:solidFill>
              <a:schemeClr val="lt1"/>
            </a:solidFill>
            <a:ln cap="flat" cmpd="sng" w="9525">
              <a:solidFill>
                <a:schemeClr val="accent2"/>
              </a:solidFill>
              <a:prstDash val="solid"/>
              <a:round/>
              <a:headEnd len="sm" w="sm" type="none"/>
              <a:tailEnd len="sm" w="sm" type="none"/>
            </a:ln>
            <a:effectLst>
              <a:outerShdw blurRad="14288" rotWithShape="0" algn="bl" dir="5400000" dist="9525">
                <a:srgbClr val="000000">
                  <a:alpha val="2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56" name="Google Shape;56;p3"/>
            <p:cNvSpPr/>
            <p:nvPr/>
          </p:nvSpPr>
          <p:spPr>
            <a:xfrm rot="10800000">
              <a:off x="481314" y="3187525"/>
              <a:ext cx="217200" cy="102000"/>
            </a:xfrm>
            <a:prstGeom prst="triangle">
              <a:avLst>
                <a:gd fmla="val 50552"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grpSp>
      <p:grpSp>
        <p:nvGrpSpPr>
          <p:cNvPr id="57" name="Google Shape;57;p3"/>
          <p:cNvGrpSpPr/>
          <p:nvPr/>
        </p:nvGrpSpPr>
        <p:grpSpPr>
          <a:xfrm>
            <a:off x="481325" y="3182975"/>
            <a:ext cx="217200" cy="192637"/>
            <a:chOff x="481175" y="2886675"/>
            <a:chExt cx="217200" cy="192637"/>
          </a:xfrm>
        </p:grpSpPr>
        <p:sp>
          <p:nvSpPr>
            <p:cNvPr id="58" name="Google Shape;58;p3"/>
            <p:cNvSpPr/>
            <p:nvPr/>
          </p:nvSpPr>
          <p:spPr>
            <a:xfrm>
              <a:off x="481175" y="3064612"/>
              <a:ext cx="217200" cy="14700"/>
            </a:xfrm>
            <a:prstGeom prst="trapezoid">
              <a:avLst>
                <a:gd fmla="val 4441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489700" y="2886675"/>
              <a:ext cx="198600" cy="1839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 name="Google Shape;60;p3"/>
            <p:cNvGrpSpPr/>
            <p:nvPr/>
          </p:nvGrpSpPr>
          <p:grpSpPr>
            <a:xfrm>
              <a:off x="551760" y="2997815"/>
              <a:ext cx="74969" cy="70120"/>
              <a:chOff x="611205" y="3668129"/>
              <a:chExt cx="65100" cy="60900"/>
            </a:xfrm>
          </p:grpSpPr>
          <p:sp>
            <p:nvSpPr>
              <p:cNvPr id="61" name="Google Shape;61;p3"/>
              <p:cNvSpPr/>
              <p:nvPr/>
            </p:nvSpPr>
            <p:spPr>
              <a:xfrm>
                <a:off x="611205" y="3668129"/>
                <a:ext cx="65100" cy="609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 name="Google Shape;62;p3"/>
              <p:cNvCxnSpPr/>
              <p:nvPr/>
            </p:nvCxnSpPr>
            <p:spPr>
              <a:xfrm>
                <a:off x="643703" y="3668129"/>
                <a:ext cx="0" cy="60900"/>
              </a:xfrm>
              <a:prstGeom prst="straightConnector1">
                <a:avLst/>
              </a:prstGeom>
              <a:noFill/>
              <a:ln cap="flat" cmpd="sng" w="9525">
                <a:solidFill>
                  <a:schemeClr val="accent2"/>
                </a:solidFill>
                <a:prstDash val="solid"/>
                <a:round/>
                <a:headEnd len="med" w="med" type="none"/>
                <a:tailEnd len="med" w="med" type="none"/>
              </a:ln>
            </p:spPr>
          </p:cxnSp>
        </p:grpSp>
        <p:grpSp>
          <p:nvGrpSpPr>
            <p:cNvPr id="63" name="Google Shape;63;p3"/>
            <p:cNvGrpSpPr/>
            <p:nvPr/>
          </p:nvGrpSpPr>
          <p:grpSpPr>
            <a:xfrm>
              <a:off x="552567" y="2905487"/>
              <a:ext cx="26630" cy="72914"/>
              <a:chOff x="611205" y="3568524"/>
              <a:chExt cx="28500" cy="78016"/>
            </a:xfrm>
          </p:grpSpPr>
          <p:sp>
            <p:nvSpPr>
              <p:cNvPr id="64" name="Google Shape;64;p3"/>
              <p:cNvSpPr/>
              <p:nvPr/>
            </p:nvSpPr>
            <p:spPr>
              <a:xfrm>
                <a:off x="611205"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611205"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 name="Google Shape;66;p3"/>
            <p:cNvGrpSpPr/>
            <p:nvPr/>
          </p:nvGrpSpPr>
          <p:grpSpPr>
            <a:xfrm>
              <a:off x="599157" y="2905456"/>
              <a:ext cx="26630" cy="72914"/>
              <a:chOff x="647625" y="3568524"/>
              <a:chExt cx="28500" cy="78016"/>
            </a:xfrm>
          </p:grpSpPr>
          <p:sp>
            <p:nvSpPr>
              <p:cNvPr id="67" name="Google Shape;67;p3"/>
              <p:cNvSpPr/>
              <p:nvPr/>
            </p:nvSpPr>
            <p:spPr>
              <a:xfrm>
                <a:off x="647625"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647625"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 name="Google Shape;69;p3"/>
            <p:cNvGrpSpPr/>
            <p:nvPr/>
          </p:nvGrpSpPr>
          <p:grpSpPr>
            <a:xfrm>
              <a:off x="505970" y="2905429"/>
              <a:ext cx="26636" cy="119026"/>
              <a:chOff x="501943" y="3568524"/>
              <a:chExt cx="28500" cy="127533"/>
            </a:xfrm>
          </p:grpSpPr>
          <p:sp>
            <p:nvSpPr>
              <p:cNvPr id="70" name="Google Shape;70;p3"/>
              <p:cNvSpPr/>
              <p:nvPr/>
            </p:nvSpPr>
            <p:spPr>
              <a:xfrm>
                <a:off x="501943"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501943"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501943" y="3667557"/>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3"/>
            <p:cNvGrpSpPr/>
            <p:nvPr/>
          </p:nvGrpSpPr>
          <p:grpSpPr>
            <a:xfrm>
              <a:off x="645734" y="2905467"/>
              <a:ext cx="26636" cy="119026"/>
              <a:chOff x="501943" y="3568524"/>
              <a:chExt cx="28500" cy="127533"/>
            </a:xfrm>
          </p:grpSpPr>
          <p:sp>
            <p:nvSpPr>
              <p:cNvPr id="74" name="Google Shape;74;p3"/>
              <p:cNvSpPr/>
              <p:nvPr/>
            </p:nvSpPr>
            <p:spPr>
              <a:xfrm>
                <a:off x="501943"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501943"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501943" y="3667557"/>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7" name="Google Shape;77;p3"/>
          <p:cNvGrpSpPr/>
          <p:nvPr/>
        </p:nvGrpSpPr>
        <p:grpSpPr>
          <a:xfrm>
            <a:off x="481334" y="2837856"/>
            <a:ext cx="217170" cy="213486"/>
            <a:chOff x="997925" y="1292537"/>
            <a:chExt cx="703500" cy="691563"/>
          </a:xfrm>
        </p:grpSpPr>
        <p:sp>
          <p:nvSpPr>
            <p:cNvPr id="78" name="Google Shape;78;p3"/>
            <p:cNvSpPr/>
            <p:nvPr/>
          </p:nvSpPr>
          <p:spPr>
            <a:xfrm>
              <a:off x="997925" y="1658900"/>
              <a:ext cx="703500" cy="325200"/>
            </a:xfrm>
            <a:prstGeom prst="roundRect">
              <a:avLst>
                <a:gd fmla="val 31303" name="adj"/>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1187077" y="1292537"/>
              <a:ext cx="325200" cy="3252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rot="10800000">
              <a:off x="1272675" y="1642993"/>
              <a:ext cx="153900" cy="462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1" name="Google Shape;81;p3"/>
          <p:cNvPicPr preferRelativeResize="0"/>
          <p:nvPr/>
        </p:nvPicPr>
        <p:blipFill rotWithShape="1">
          <a:blip r:embed="rId2">
            <a:alphaModFix/>
          </a:blip>
          <a:srcRect b="11004" l="0" r="0" t="11011"/>
          <a:stretch/>
        </p:blipFill>
        <p:spPr>
          <a:xfrm>
            <a:off x="141596" y="4681554"/>
            <a:ext cx="3154850" cy="38239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TITLE_1_1_1">
    <p:bg>
      <p:bgPr>
        <a:gradFill>
          <a:gsLst>
            <a:gs pos="0">
              <a:schemeClr val="lt1"/>
            </a:gs>
            <a:gs pos="74000">
              <a:schemeClr val="lt1"/>
            </a:gs>
            <a:gs pos="100000">
              <a:srgbClr val="F3F3F3"/>
            </a:gs>
          </a:gsLst>
          <a:path path="circle">
            <a:fillToRect b="50%" l="50%" r="50%" t="50%"/>
          </a:path>
          <a:tileRect/>
        </a:gradFill>
      </p:bgPr>
    </p:bg>
    <p:spTree>
      <p:nvGrpSpPr>
        <p:cNvPr id="82" name="Shape 82"/>
        <p:cNvGrpSpPr/>
        <p:nvPr/>
      </p:nvGrpSpPr>
      <p:grpSpPr>
        <a:xfrm>
          <a:off x="0" y="0"/>
          <a:ext cx="0" cy="0"/>
          <a:chOff x="0" y="0"/>
          <a:chExt cx="0" cy="0"/>
        </a:xfrm>
      </p:grpSpPr>
      <p:pic>
        <p:nvPicPr>
          <p:cNvPr id="83" name="Google Shape;83;p4"/>
          <p:cNvPicPr preferRelativeResize="0"/>
          <p:nvPr/>
        </p:nvPicPr>
        <p:blipFill>
          <a:blip r:embed="rId2">
            <a:alphaModFix/>
          </a:blip>
          <a:stretch>
            <a:fillRect/>
          </a:stretch>
        </p:blipFill>
        <p:spPr>
          <a:xfrm>
            <a:off x="311725" y="3857251"/>
            <a:ext cx="990648" cy="990648"/>
          </a:xfrm>
          <a:prstGeom prst="rect">
            <a:avLst/>
          </a:prstGeom>
          <a:noFill/>
          <a:ln>
            <a:noFill/>
          </a:ln>
        </p:spPr>
      </p:pic>
      <p:sp>
        <p:nvSpPr>
          <p:cNvPr id="84" name="Google Shape;84;p4"/>
          <p:cNvSpPr txBox="1"/>
          <p:nvPr>
            <p:ph type="ctrTitle"/>
          </p:nvPr>
        </p:nvSpPr>
        <p:spPr>
          <a:xfrm>
            <a:off x="311708" y="363575"/>
            <a:ext cx="8520600" cy="2052600"/>
          </a:xfrm>
          <a:prstGeom prst="rect">
            <a:avLst/>
          </a:prstGeom>
        </p:spPr>
        <p:txBody>
          <a:bodyPr anchorCtr="0" anchor="b" bIns="91425" lIns="91425" spcFirstLastPara="1" rIns="91425" wrap="square" tIns="91425">
            <a:norm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5" name="Google Shape;85;p4"/>
          <p:cNvSpPr txBox="1"/>
          <p:nvPr>
            <p:ph idx="1" type="subTitle"/>
          </p:nvPr>
        </p:nvSpPr>
        <p:spPr>
          <a:xfrm>
            <a:off x="804600" y="2465056"/>
            <a:ext cx="8027700" cy="349500"/>
          </a:xfrm>
          <a:prstGeom prst="rect">
            <a:avLst/>
          </a:prstGeom>
        </p:spPr>
        <p:txBody>
          <a:bodyPr anchorCtr="0" anchor="ctr" bIns="0" lIns="0" spcFirstLastPara="1" rIns="0" wrap="square" tIns="0">
            <a:noAutofit/>
          </a:bodyPr>
          <a:lstStyle>
            <a:lvl1pPr lvl="0">
              <a:spcBef>
                <a:spcPts val="0"/>
              </a:spcBef>
              <a:spcAft>
                <a:spcPts val="0"/>
              </a:spcAft>
              <a:buSzPts val="2600"/>
              <a:buNone/>
              <a:defRPr sz="2600"/>
            </a:lvl1pPr>
            <a:lvl2pPr lvl="1">
              <a:spcBef>
                <a:spcPts val="0"/>
              </a:spcBef>
              <a:spcAft>
                <a:spcPts val="0"/>
              </a:spcAft>
              <a:buSzPts val="1400"/>
              <a:buFont typeface="Roboto"/>
              <a:buNone/>
              <a:defRPr>
                <a:latin typeface="Roboto"/>
                <a:ea typeface="Roboto"/>
                <a:cs typeface="Roboto"/>
                <a:sym typeface="Roboto"/>
              </a:defRPr>
            </a:lvl2pPr>
            <a:lvl3pPr lvl="2">
              <a:spcBef>
                <a:spcPts val="0"/>
              </a:spcBef>
              <a:spcAft>
                <a:spcPts val="0"/>
              </a:spcAft>
              <a:buSzPts val="1400"/>
              <a:buFont typeface="Roboto"/>
              <a:buNone/>
              <a:defRPr>
                <a:latin typeface="Roboto"/>
                <a:ea typeface="Roboto"/>
                <a:cs typeface="Roboto"/>
                <a:sym typeface="Roboto"/>
              </a:defRPr>
            </a:lvl3pPr>
            <a:lvl4pPr lvl="3">
              <a:spcBef>
                <a:spcPts val="0"/>
              </a:spcBef>
              <a:spcAft>
                <a:spcPts val="0"/>
              </a:spcAft>
              <a:buSzPts val="1400"/>
              <a:buFont typeface="Roboto"/>
              <a:buNone/>
              <a:defRPr>
                <a:latin typeface="Roboto"/>
                <a:ea typeface="Roboto"/>
                <a:cs typeface="Roboto"/>
                <a:sym typeface="Roboto"/>
              </a:defRPr>
            </a:lvl4pPr>
            <a:lvl5pPr lvl="4">
              <a:spcBef>
                <a:spcPts val="0"/>
              </a:spcBef>
              <a:spcAft>
                <a:spcPts val="0"/>
              </a:spcAft>
              <a:buSzPts val="1400"/>
              <a:buFont typeface="Roboto"/>
              <a:buNone/>
              <a:defRPr>
                <a:latin typeface="Roboto"/>
                <a:ea typeface="Roboto"/>
                <a:cs typeface="Roboto"/>
                <a:sym typeface="Roboto"/>
              </a:defRPr>
            </a:lvl5pPr>
            <a:lvl6pPr lvl="5">
              <a:spcBef>
                <a:spcPts val="0"/>
              </a:spcBef>
              <a:spcAft>
                <a:spcPts val="0"/>
              </a:spcAft>
              <a:buSzPts val="1400"/>
              <a:buFont typeface="Roboto"/>
              <a:buNone/>
              <a:defRPr>
                <a:latin typeface="Roboto"/>
                <a:ea typeface="Roboto"/>
                <a:cs typeface="Roboto"/>
                <a:sym typeface="Roboto"/>
              </a:defRPr>
            </a:lvl6pPr>
            <a:lvl7pPr lvl="6">
              <a:spcBef>
                <a:spcPts val="0"/>
              </a:spcBef>
              <a:spcAft>
                <a:spcPts val="0"/>
              </a:spcAft>
              <a:buSzPts val="1400"/>
              <a:buFont typeface="Roboto"/>
              <a:buNone/>
              <a:defRPr>
                <a:latin typeface="Roboto"/>
                <a:ea typeface="Roboto"/>
                <a:cs typeface="Roboto"/>
                <a:sym typeface="Roboto"/>
              </a:defRPr>
            </a:lvl7pPr>
            <a:lvl8pPr lvl="7">
              <a:spcBef>
                <a:spcPts val="0"/>
              </a:spcBef>
              <a:spcAft>
                <a:spcPts val="0"/>
              </a:spcAft>
              <a:buSzPts val="1400"/>
              <a:buFont typeface="Roboto"/>
              <a:buNone/>
              <a:defRPr>
                <a:latin typeface="Roboto"/>
                <a:ea typeface="Roboto"/>
                <a:cs typeface="Roboto"/>
                <a:sym typeface="Roboto"/>
              </a:defRPr>
            </a:lvl8pPr>
            <a:lvl9pPr lvl="8">
              <a:spcBef>
                <a:spcPts val="0"/>
              </a:spcBef>
              <a:spcAft>
                <a:spcPts val="0"/>
              </a:spcAft>
              <a:buSzPts val="1400"/>
              <a:buFont typeface="Roboto"/>
              <a:buNone/>
              <a:defRPr>
                <a:latin typeface="Roboto"/>
                <a:ea typeface="Roboto"/>
                <a:cs typeface="Roboto"/>
                <a:sym typeface="Roboto"/>
              </a:defRPr>
            </a:lvl9pPr>
          </a:lstStyle>
          <a:p/>
        </p:txBody>
      </p:sp>
      <p:sp>
        <p:nvSpPr>
          <p:cNvPr id="86" name="Google Shape;86;p4"/>
          <p:cNvSpPr txBox="1"/>
          <p:nvPr>
            <p:ph idx="2" type="subTitle"/>
          </p:nvPr>
        </p:nvSpPr>
        <p:spPr>
          <a:xfrm>
            <a:off x="804500" y="2823150"/>
            <a:ext cx="8027700" cy="302700"/>
          </a:xfrm>
          <a:prstGeom prst="rect">
            <a:avLst/>
          </a:prstGeom>
        </p:spPr>
        <p:txBody>
          <a:bodyPr anchorCtr="0" anchor="ctr" bIns="0" lIns="27425" spcFirstLastPara="1" rIns="0" wrap="square" tIns="0">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87" name="Google Shape;87;p4"/>
          <p:cNvSpPr txBox="1"/>
          <p:nvPr>
            <p:ph idx="3" type="subTitle"/>
          </p:nvPr>
        </p:nvSpPr>
        <p:spPr>
          <a:xfrm>
            <a:off x="796664" y="3115925"/>
            <a:ext cx="8027700" cy="302700"/>
          </a:xfrm>
          <a:prstGeom prst="rect">
            <a:avLst/>
          </a:prstGeom>
        </p:spPr>
        <p:txBody>
          <a:bodyPr anchorCtr="0" anchor="ctr" bIns="0" lIns="36575" spcFirstLastPara="1" rIns="0" wrap="square" tIns="0">
            <a:noAutofit/>
          </a:bodyPr>
          <a:lstStyle>
            <a:lvl1pPr lvl="0">
              <a:spcBef>
                <a:spcPts val="0"/>
              </a:spcBef>
              <a:spcAft>
                <a:spcPts val="0"/>
              </a:spcAft>
              <a:buSzPts val="1600"/>
              <a:buFont typeface="Roboto Mono Light"/>
              <a:buNone/>
              <a:defRPr sz="1600">
                <a:latin typeface="Roboto Mono Light"/>
                <a:ea typeface="Roboto Mono Light"/>
                <a:cs typeface="Roboto Mono Light"/>
                <a:sym typeface="Roboto Mono Light"/>
              </a:defRPr>
            </a:lvl1pPr>
            <a:lvl2pPr lvl="1">
              <a:spcBef>
                <a:spcPts val="0"/>
              </a:spcBef>
              <a:spcAft>
                <a:spcPts val="0"/>
              </a:spcAft>
              <a:buSzPts val="1600"/>
              <a:buFont typeface="Roboto Mono Light"/>
              <a:buNone/>
              <a:defRPr sz="1600">
                <a:latin typeface="Roboto Mono Light"/>
                <a:ea typeface="Roboto Mono Light"/>
                <a:cs typeface="Roboto Mono Light"/>
                <a:sym typeface="Roboto Mono Light"/>
              </a:defRPr>
            </a:lvl2pPr>
            <a:lvl3pPr lvl="2">
              <a:spcBef>
                <a:spcPts val="0"/>
              </a:spcBef>
              <a:spcAft>
                <a:spcPts val="0"/>
              </a:spcAft>
              <a:buSzPts val="1600"/>
              <a:buFont typeface="Roboto Mono Light"/>
              <a:buNone/>
              <a:defRPr sz="1600">
                <a:latin typeface="Roboto Mono Light"/>
                <a:ea typeface="Roboto Mono Light"/>
                <a:cs typeface="Roboto Mono Light"/>
                <a:sym typeface="Roboto Mono Light"/>
              </a:defRPr>
            </a:lvl3pPr>
            <a:lvl4pPr lvl="3">
              <a:spcBef>
                <a:spcPts val="0"/>
              </a:spcBef>
              <a:spcAft>
                <a:spcPts val="0"/>
              </a:spcAft>
              <a:buSzPts val="1600"/>
              <a:buFont typeface="Roboto Mono Light"/>
              <a:buNone/>
              <a:defRPr sz="1600">
                <a:latin typeface="Roboto Mono Light"/>
                <a:ea typeface="Roboto Mono Light"/>
                <a:cs typeface="Roboto Mono Light"/>
                <a:sym typeface="Roboto Mono Light"/>
              </a:defRPr>
            </a:lvl4pPr>
            <a:lvl5pPr lvl="4">
              <a:spcBef>
                <a:spcPts val="0"/>
              </a:spcBef>
              <a:spcAft>
                <a:spcPts val="0"/>
              </a:spcAft>
              <a:buSzPts val="1600"/>
              <a:buFont typeface="Roboto Mono Light"/>
              <a:buNone/>
              <a:defRPr sz="1600">
                <a:latin typeface="Roboto Mono Light"/>
                <a:ea typeface="Roboto Mono Light"/>
                <a:cs typeface="Roboto Mono Light"/>
                <a:sym typeface="Roboto Mono Light"/>
              </a:defRPr>
            </a:lvl5pPr>
            <a:lvl6pPr lvl="5">
              <a:spcBef>
                <a:spcPts val="0"/>
              </a:spcBef>
              <a:spcAft>
                <a:spcPts val="0"/>
              </a:spcAft>
              <a:buSzPts val="1600"/>
              <a:buFont typeface="Roboto Mono Light"/>
              <a:buNone/>
              <a:defRPr sz="1600">
                <a:latin typeface="Roboto Mono Light"/>
                <a:ea typeface="Roboto Mono Light"/>
                <a:cs typeface="Roboto Mono Light"/>
                <a:sym typeface="Roboto Mono Light"/>
              </a:defRPr>
            </a:lvl6pPr>
            <a:lvl7pPr lvl="6">
              <a:spcBef>
                <a:spcPts val="0"/>
              </a:spcBef>
              <a:spcAft>
                <a:spcPts val="0"/>
              </a:spcAft>
              <a:buSzPts val="1600"/>
              <a:buFont typeface="Roboto Mono Light"/>
              <a:buNone/>
              <a:defRPr sz="1600">
                <a:latin typeface="Roboto Mono Light"/>
                <a:ea typeface="Roboto Mono Light"/>
                <a:cs typeface="Roboto Mono Light"/>
                <a:sym typeface="Roboto Mono Light"/>
              </a:defRPr>
            </a:lvl7pPr>
            <a:lvl8pPr lvl="7">
              <a:spcBef>
                <a:spcPts val="0"/>
              </a:spcBef>
              <a:spcAft>
                <a:spcPts val="0"/>
              </a:spcAft>
              <a:buSzPts val="1600"/>
              <a:buFont typeface="Roboto Mono Light"/>
              <a:buNone/>
              <a:defRPr sz="1600">
                <a:latin typeface="Roboto Mono Light"/>
                <a:ea typeface="Roboto Mono Light"/>
                <a:cs typeface="Roboto Mono Light"/>
                <a:sym typeface="Roboto Mono Light"/>
              </a:defRPr>
            </a:lvl8pPr>
            <a:lvl9pPr lvl="8">
              <a:spcBef>
                <a:spcPts val="0"/>
              </a:spcBef>
              <a:spcAft>
                <a:spcPts val="0"/>
              </a:spcAft>
              <a:buSzPts val="1600"/>
              <a:buFont typeface="Roboto Mono Light"/>
              <a:buNone/>
              <a:defRPr sz="1600">
                <a:latin typeface="Roboto Mono Light"/>
                <a:ea typeface="Roboto Mono Light"/>
                <a:cs typeface="Roboto Mono Light"/>
                <a:sym typeface="Roboto Mono Light"/>
              </a:defRPr>
            </a:lvl9pPr>
          </a:lstStyle>
          <a:p/>
        </p:txBody>
      </p:sp>
      <p:grpSp>
        <p:nvGrpSpPr>
          <p:cNvPr id="88" name="Google Shape;88;p4"/>
          <p:cNvGrpSpPr/>
          <p:nvPr/>
        </p:nvGrpSpPr>
        <p:grpSpPr>
          <a:xfrm>
            <a:off x="481314" y="3186725"/>
            <a:ext cx="217200" cy="160400"/>
            <a:chOff x="481314" y="3186725"/>
            <a:chExt cx="217200" cy="160400"/>
          </a:xfrm>
        </p:grpSpPr>
        <p:sp>
          <p:nvSpPr>
            <p:cNvPr id="89" name="Google Shape;89;p4"/>
            <p:cNvSpPr/>
            <p:nvPr/>
          </p:nvSpPr>
          <p:spPr>
            <a:xfrm>
              <a:off x="481314" y="3187475"/>
              <a:ext cx="217200" cy="159600"/>
            </a:xfrm>
            <a:prstGeom prst="rect">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90" name="Google Shape;90;p4"/>
            <p:cNvSpPr/>
            <p:nvPr/>
          </p:nvSpPr>
          <p:spPr>
            <a:xfrm>
              <a:off x="481314" y="3245125"/>
              <a:ext cx="217200" cy="102000"/>
            </a:xfrm>
            <a:prstGeom prst="triangle">
              <a:avLst>
                <a:gd fmla="val 50552"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91" name="Google Shape;91;p4"/>
            <p:cNvSpPr/>
            <p:nvPr/>
          </p:nvSpPr>
          <p:spPr>
            <a:xfrm rot="10800000">
              <a:off x="499250" y="3186725"/>
              <a:ext cx="181200" cy="104100"/>
            </a:xfrm>
            <a:prstGeom prst="triangle">
              <a:avLst>
                <a:gd fmla="val 50552" name="adj"/>
              </a:avLst>
            </a:prstGeom>
            <a:solidFill>
              <a:schemeClr val="lt1"/>
            </a:solidFill>
            <a:ln cap="flat" cmpd="sng" w="9525">
              <a:solidFill>
                <a:schemeClr val="accent2"/>
              </a:solidFill>
              <a:prstDash val="solid"/>
              <a:round/>
              <a:headEnd len="sm" w="sm" type="none"/>
              <a:tailEnd len="sm" w="sm" type="none"/>
            </a:ln>
            <a:effectLst>
              <a:outerShdw blurRad="14288" rotWithShape="0" algn="bl" dir="5400000" dist="9525">
                <a:srgbClr val="000000">
                  <a:alpha val="2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92" name="Google Shape;92;p4"/>
            <p:cNvSpPr/>
            <p:nvPr/>
          </p:nvSpPr>
          <p:spPr>
            <a:xfrm rot="10800000">
              <a:off x="481314" y="3187525"/>
              <a:ext cx="217200" cy="102000"/>
            </a:xfrm>
            <a:prstGeom prst="triangle">
              <a:avLst>
                <a:gd fmla="val 50552" name="adj"/>
              </a:avLst>
            </a:prstGeom>
            <a:solidFill>
              <a:schemeClr val="lt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grpSp>
      <p:grpSp>
        <p:nvGrpSpPr>
          <p:cNvPr id="93" name="Google Shape;93;p4"/>
          <p:cNvGrpSpPr/>
          <p:nvPr/>
        </p:nvGrpSpPr>
        <p:grpSpPr>
          <a:xfrm>
            <a:off x="481325" y="2878175"/>
            <a:ext cx="217200" cy="192637"/>
            <a:chOff x="481175" y="2886675"/>
            <a:chExt cx="217200" cy="192637"/>
          </a:xfrm>
        </p:grpSpPr>
        <p:sp>
          <p:nvSpPr>
            <p:cNvPr id="94" name="Google Shape;94;p4"/>
            <p:cNvSpPr/>
            <p:nvPr/>
          </p:nvSpPr>
          <p:spPr>
            <a:xfrm>
              <a:off x="481175" y="3064612"/>
              <a:ext cx="217200" cy="14700"/>
            </a:xfrm>
            <a:prstGeom prst="trapezoid">
              <a:avLst>
                <a:gd fmla="val 4441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89700" y="2886675"/>
              <a:ext cx="198600" cy="183900"/>
            </a:xfrm>
            <a:prstGeom prst="rect">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4"/>
            <p:cNvGrpSpPr/>
            <p:nvPr/>
          </p:nvGrpSpPr>
          <p:grpSpPr>
            <a:xfrm>
              <a:off x="551760" y="2997815"/>
              <a:ext cx="74969" cy="70120"/>
              <a:chOff x="611205" y="3668129"/>
              <a:chExt cx="65100" cy="60900"/>
            </a:xfrm>
          </p:grpSpPr>
          <p:sp>
            <p:nvSpPr>
              <p:cNvPr id="97" name="Google Shape;97;p4"/>
              <p:cNvSpPr/>
              <p:nvPr/>
            </p:nvSpPr>
            <p:spPr>
              <a:xfrm>
                <a:off x="611205" y="3668129"/>
                <a:ext cx="65100" cy="609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 name="Google Shape;98;p4"/>
              <p:cNvCxnSpPr/>
              <p:nvPr/>
            </p:nvCxnSpPr>
            <p:spPr>
              <a:xfrm>
                <a:off x="643703" y="3668129"/>
                <a:ext cx="0" cy="60900"/>
              </a:xfrm>
              <a:prstGeom prst="straightConnector1">
                <a:avLst/>
              </a:prstGeom>
              <a:noFill/>
              <a:ln cap="flat" cmpd="sng" w="9525">
                <a:solidFill>
                  <a:schemeClr val="accent2"/>
                </a:solidFill>
                <a:prstDash val="solid"/>
                <a:round/>
                <a:headEnd len="med" w="med" type="none"/>
                <a:tailEnd len="med" w="med" type="none"/>
              </a:ln>
            </p:spPr>
          </p:cxnSp>
        </p:grpSp>
        <p:grpSp>
          <p:nvGrpSpPr>
            <p:cNvPr id="99" name="Google Shape;99;p4"/>
            <p:cNvGrpSpPr/>
            <p:nvPr/>
          </p:nvGrpSpPr>
          <p:grpSpPr>
            <a:xfrm>
              <a:off x="552567" y="2905487"/>
              <a:ext cx="26630" cy="72914"/>
              <a:chOff x="611205" y="3568524"/>
              <a:chExt cx="28500" cy="78016"/>
            </a:xfrm>
          </p:grpSpPr>
          <p:sp>
            <p:nvSpPr>
              <p:cNvPr id="100" name="Google Shape;100;p4"/>
              <p:cNvSpPr/>
              <p:nvPr/>
            </p:nvSpPr>
            <p:spPr>
              <a:xfrm>
                <a:off x="611205"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611205"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 name="Google Shape;102;p4"/>
            <p:cNvGrpSpPr/>
            <p:nvPr/>
          </p:nvGrpSpPr>
          <p:grpSpPr>
            <a:xfrm>
              <a:off x="599157" y="2905456"/>
              <a:ext cx="26630" cy="72914"/>
              <a:chOff x="647625" y="3568524"/>
              <a:chExt cx="28500" cy="78016"/>
            </a:xfrm>
          </p:grpSpPr>
          <p:sp>
            <p:nvSpPr>
              <p:cNvPr id="103" name="Google Shape;103;p4"/>
              <p:cNvSpPr/>
              <p:nvPr/>
            </p:nvSpPr>
            <p:spPr>
              <a:xfrm>
                <a:off x="647625"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647625"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 name="Google Shape;105;p4"/>
            <p:cNvGrpSpPr/>
            <p:nvPr/>
          </p:nvGrpSpPr>
          <p:grpSpPr>
            <a:xfrm>
              <a:off x="505970" y="2905429"/>
              <a:ext cx="26636" cy="119026"/>
              <a:chOff x="501943" y="3568524"/>
              <a:chExt cx="28500" cy="127533"/>
            </a:xfrm>
          </p:grpSpPr>
          <p:sp>
            <p:nvSpPr>
              <p:cNvPr id="106" name="Google Shape;106;p4"/>
              <p:cNvSpPr/>
              <p:nvPr/>
            </p:nvSpPr>
            <p:spPr>
              <a:xfrm>
                <a:off x="501943"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501943"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501943" y="3667557"/>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 name="Google Shape;109;p4"/>
            <p:cNvGrpSpPr/>
            <p:nvPr/>
          </p:nvGrpSpPr>
          <p:grpSpPr>
            <a:xfrm>
              <a:off x="645734" y="2905467"/>
              <a:ext cx="26636" cy="119026"/>
              <a:chOff x="501943" y="3568524"/>
              <a:chExt cx="28500" cy="127533"/>
            </a:xfrm>
          </p:grpSpPr>
          <p:sp>
            <p:nvSpPr>
              <p:cNvPr id="110" name="Google Shape;110;p4"/>
              <p:cNvSpPr/>
              <p:nvPr/>
            </p:nvSpPr>
            <p:spPr>
              <a:xfrm>
                <a:off x="501943" y="3568524"/>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501943" y="3618040"/>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501943" y="3667557"/>
                <a:ext cx="28500" cy="28500"/>
              </a:xfrm>
              <a:prstGeom prst="rect">
                <a:avLst/>
              </a:prstGeom>
              <a:gradFill>
                <a:gsLst>
                  <a:gs pos="0">
                    <a:srgbClr val="CFE2F3"/>
                  </a:gs>
                  <a:gs pos="50000">
                    <a:srgbClr val="F1F6F6">
                      <a:alpha val="0"/>
                    </a:srgbClr>
                  </a:gs>
                  <a:gs pos="100000">
                    <a:srgbClr val="CFE2F3"/>
                  </a:gs>
                </a:gsLst>
                <a:lin ang="2700006"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3" name="Google Shape;113;p4"/>
          <p:cNvGrpSpPr/>
          <p:nvPr/>
        </p:nvGrpSpPr>
        <p:grpSpPr>
          <a:xfrm>
            <a:off x="481334" y="2533056"/>
            <a:ext cx="217170" cy="213486"/>
            <a:chOff x="997925" y="1292537"/>
            <a:chExt cx="703500" cy="691563"/>
          </a:xfrm>
        </p:grpSpPr>
        <p:sp>
          <p:nvSpPr>
            <p:cNvPr id="114" name="Google Shape;114;p4"/>
            <p:cNvSpPr/>
            <p:nvPr/>
          </p:nvSpPr>
          <p:spPr>
            <a:xfrm>
              <a:off x="997925" y="1658900"/>
              <a:ext cx="703500" cy="325200"/>
            </a:xfrm>
            <a:prstGeom prst="roundRect">
              <a:avLst>
                <a:gd fmla="val 31303" name="adj"/>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187077" y="1292537"/>
              <a:ext cx="325200" cy="3252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rot="10800000">
              <a:off x="1272675" y="1642993"/>
              <a:ext cx="153900" cy="462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7" name="Google Shape;117;p4"/>
          <p:cNvPicPr preferRelativeResize="0"/>
          <p:nvPr/>
        </p:nvPicPr>
        <p:blipFill rotWithShape="1">
          <a:blip r:embed="rId3">
            <a:alphaModFix/>
          </a:blip>
          <a:srcRect b="11004" l="0" r="0" t="11011"/>
          <a:stretch/>
        </p:blipFill>
        <p:spPr>
          <a:xfrm>
            <a:off x="5888196" y="4667404"/>
            <a:ext cx="3154850" cy="382392"/>
          </a:xfrm>
          <a:prstGeom prst="rect">
            <a:avLst/>
          </a:prstGeom>
          <a:noFill/>
          <a:ln>
            <a:noFill/>
          </a:ln>
        </p:spPr>
      </p:pic>
      <p:sp>
        <p:nvSpPr>
          <p:cNvPr id="118" name="Google Shape;118;p4"/>
          <p:cNvSpPr txBox="1"/>
          <p:nvPr>
            <p:ph idx="4" type="subTitle"/>
          </p:nvPr>
        </p:nvSpPr>
        <p:spPr>
          <a:xfrm>
            <a:off x="804589" y="3418613"/>
            <a:ext cx="8027700" cy="302700"/>
          </a:xfrm>
          <a:prstGeom prst="rect">
            <a:avLst/>
          </a:prstGeom>
        </p:spPr>
        <p:txBody>
          <a:bodyPr anchorCtr="0" anchor="ctr" bIns="0" lIns="36575" spcFirstLastPara="1" rIns="0" wrap="square" tIns="0">
            <a:noAutofit/>
          </a:bodyPr>
          <a:lstStyle>
            <a:lvl1pPr lvl="0">
              <a:spcBef>
                <a:spcPts val="0"/>
              </a:spcBef>
              <a:spcAft>
                <a:spcPts val="0"/>
              </a:spcAft>
              <a:buSzPts val="1600"/>
              <a:buFont typeface="Roboto Mono Light"/>
              <a:buNone/>
              <a:defRPr sz="1600">
                <a:latin typeface="Roboto Mono Light"/>
                <a:ea typeface="Roboto Mono Light"/>
                <a:cs typeface="Roboto Mono Light"/>
                <a:sym typeface="Roboto Mono Light"/>
              </a:defRPr>
            </a:lvl1pPr>
            <a:lvl2pPr lvl="1">
              <a:spcBef>
                <a:spcPts val="0"/>
              </a:spcBef>
              <a:spcAft>
                <a:spcPts val="0"/>
              </a:spcAft>
              <a:buSzPts val="1600"/>
              <a:buFont typeface="Roboto Mono Light"/>
              <a:buNone/>
              <a:defRPr sz="1600">
                <a:latin typeface="Roboto Mono Light"/>
                <a:ea typeface="Roboto Mono Light"/>
                <a:cs typeface="Roboto Mono Light"/>
                <a:sym typeface="Roboto Mono Light"/>
              </a:defRPr>
            </a:lvl2pPr>
            <a:lvl3pPr lvl="2">
              <a:spcBef>
                <a:spcPts val="0"/>
              </a:spcBef>
              <a:spcAft>
                <a:spcPts val="0"/>
              </a:spcAft>
              <a:buSzPts val="1600"/>
              <a:buFont typeface="Roboto Mono Light"/>
              <a:buNone/>
              <a:defRPr sz="1600">
                <a:latin typeface="Roboto Mono Light"/>
                <a:ea typeface="Roboto Mono Light"/>
                <a:cs typeface="Roboto Mono Light"/>
                <a:sym typeface="Roboto Mono Light"/>
              </a:defRPr>
            </a:lvl3pPr>
            <a:lvl4pPr lvl="3">
              <a:spcBef>
                <a:spcPts val="0"/>
              </a:spcBef>
              <a:spcAft>
                <a:spcPts val="0"/>
              </a:spcAft>
              <a:buSzPts val="1600"/>
              <a:buFont typeface="Roboto Mono Light"/>
              <a:buNone/>
              <a:defRPr sz="1600">
                <a:latin typeface="Roboto Mono Light"/>
                <a:ea typeface="Roboto Mono Light"/>
                <a:cs typeface="Roboto Mono Light"/>
                <a:sym typeface="Roboto Mono Light"/>
              </a:defRPr>
            </a:lvl4pPr>
            <a:lvl5pPr lvl="4">
              <a:spcBef>
                <a:spcPts val="0"/>
              </a:spcBef>
              <a:spcAft>
                <a:spcPts val="0"/>
              </a:spcAft>
              <a:buSzPts val="1600"/>
              <a:buFont typeface="Roboto Mono Light"/>
              <a:buNone/>
              <a:defRPr sz="1600">
                <a:latin typeface="Roboto Mono Light"/>
                <a:ea typeface="Roboto Mono Light"/>
                <a:cs typeface="Roboto Mono Light"/>
                <a:sym typeface="Roboto Mono Light"/>
              </a:defRPr>
            </a:lvl5pPr>
            <a:lvl6pPr lvl="5">
              <a:spcBef>
                <a:spcPts val="0"/>
              </a:spcBef>
              <a:spcAft>
                <a:spcPts val="0"/>
              </a:spcAft>
              <a:buSzPts val="1600"/>
              <a:buFont typeface="Roboto Mono Light"/>
              <a:buNone/>
              <a:defRPr sz="1600">
                <a:latin typeface="Roboto Mono Light"/>
                <a:ea typeface="Roboto Mono Light"/>
                <a:cs typeface="Roboto Mono Light"/>
                <a:sym typeface="Roboto Mono Light"/>
              </a:defRPr>
            </a:lvl6pPr>
            <a:lvl7pPr lvl="6">
              <a:spcBef>
                <a:spcPts val="0"/>
              </a:spcBef>
              <a:spcAft>
                <a:spcPts val="0"/>
              </a:spcAft>
              <a:buSzPts val="1600"/>
              <a:buFont typeface="Roboto Mono Light"/>
              <a:buNone/>
              <a:defRPr sz="1600">
                <a:latin typeface="Roboto Mono Light"/>
                <a:ea typeface="Roboto Mono Light"/>
                <a:cs typeface="Roboto Mono Light"/>
                <a:sym typeface="Roboto Mono Light"/>
              </a:defRPr>
            </a:lvl7pPr>
            <a:lvl8pPr lvl="7">
              <a:spcBef>
                <a:spcPts val="0"/>
              </a:spcBef>
              <a:spcAft>
                <a:spcPts val="0"/>
              </a:spcAft>
              <a:buSzPts val="1600"/>
              <a:buFont typeface="Roboto Mono Light"/>
              <a:buNone/>
              <a:defRPr sz="1600">
                <a:latin typeface="Roboto Mono Light"/>
                <a:ea typeface="Roboto Mono Light"/>
                <a:cs typeface="Roboto Mono Light"/>
                <a:sym typeface="Roboto Mono Light"/>
              </a:defRPr>
            </a:lvl8pPr>
            <a:lvl9pPr lvl="8">
              <a:spcBef>
                <a:spcPts val="0"/>
              </a:spcBef>
              <a:spcAft>
                <a:spcPts val="0"/>
              </a:spcAft>
              <a:buSzPts val="1600"/>
              <a:buFont typeface="Roboto Mono Light"/>
              <a:buNone/>
              <a:defRPr sz="1600">
                <a:latin typeface="Roboto Mono Light"/>
                <a:ea typeface="Roboto Mono Light"/>
                <a:cs typeface="Roboto Mono Light"/>
                <a:sym typeface="Roboto Mono Light"/>
              </a:defRPr>
            </a:lvl9pPr>
          </a:lstStyle>
          <a:p/>
        </p:txBody>
      </p:sp>
      <p:pic>
        <p:nvPicPr>
          <p:cNvPr id="119" name="Google Shape;119;p4"/>
          <p:cNvPicPr preferRelativeResize="0"/>
          <p:nvPr/>
        </p:nvPicPr>
        <p:blipFill>
          <a:blip r:embed="rId4">
            <a:alphaModFix/>
          </a:blip>
          <a:stretch>
            <a:fillRect/>
          </a:stretch>
        </p:blipFill>
        <p:spPr>
          <a:xfrm>
            <a:off x="427575" y="3466780"/>
            <a:ext cx="181600" cy="164168"/>
          </a:xfrm>
          <a:prstGeom prst="rect">
            <a:avLst/>
          </a:prstGeom>
          <a:noFill/>
          <a:ln>
            <a:noFill/>
          </a:ln>
        </p:spPr>
      </p:pic>
      <p:grpSp>
        <p:nvGrpSpPr>
          <p:cNvPr id="120" name="Google Shape;120;p4"/>
          <p:cNvGrpSpPr/>
          <p:nvPr/>
        </p:nvGrpSpPr>
        <p:grpSpPr>
          <a:xfrm>
            <a:off x="537347" y="3483320"/>
            <a:ext cx="214913" cy="189849"/>
            <a:chOff x="577506" y="3463050"/>
            <a:chExt cx="214913" cy="189849"/>
          </a:xfrm>
        </p:grpSpPr>
        <p:pic>
          <p:nvPicPr>
            <p:cNvPr id="121" name="Google Shape;121;p4"/>
            <p:cNvPicPr preferRelativeResize="0"/>
            <p:nvPr/>
          </p:nvPicPr>
          <p:blipFill>
            <a:blip r:embed="rId5">
              <a:alphaModFix/>
            </a:blip>
            <a:stretch>
              <a:fillRect/>
            </a:stretch>
          </p:blipFill>
          <p:spPr>
            <a:xfrm>
              <a:off x="577506" y="3463050"/>
              <a:ext cx="214913" cy="189849"/>
            </a:xfrm>
            <a:prstGeom prst="rect">
              <a:avLst/>
            </a:prstGeom>
            <a:noFill/>
            <a:ln>
              <a:noFill/>
            </a:ln>
          </p:spPr>
        </p:pic>
        <p:pic>
          <p:nvPicPr>
            <p:cNvPr id="122" name="Google Shape;122;p4"/>
            <p:cNvPicPr preferRelativeResize="0"/>
            <p:nvPr/>
          </p:nvPicPr>
          <p:blipFill>
            <a:blip r:embed="rId6">
              <a:alphaModFix/>
            </a:blip>
            <a:stretch>
              <a:fillRect/>
            </a:stretch>
          </p:blipFill>
          <p:spPr>
            <a:xfrm>
              <a:off x="594164" y="3477775"/>
              <a:ext cx="181597" cy="160400"/>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3" name="Shape 123"/>
        <p:cNvGrpSpPr/>
        <p:nvPr/>
      </p:nvGrpSpPr>
      <p:grpSpPr>
        <a:xfrm>
          <a:off x="0" y="0"/>
          <a:ext cx="0" cy="0"/>
          <a:chOff x="0" y="0"/>
          <a:chExt cx="0" cy="0"/>
        </a:xfrm>
      </p:grpSpPr>
      <p:sp>
        <p:nvSpPr>
          <p:cNvPr id="124" name="Google Shape;124;p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5" name="Shape 125"/>
        <p:cNvGrpSpPr/>
        <p:nvPr/>
      </p:nvGrpSpPr>
      <p:grpSpPr>
        <a:xfrm>
          <a:off x="0" y="0"/>
          <a:ext cx="0" cy="0"/>
          <a:chOff x="0" y="0"/>
          <a:chExt cx="0" cy="0"/>
        </a:xfrm>
      </p:grpSpPr>
      <p:sp>
        <p:nvSpPr>
          <p:cNvPr id="126" name="Google Shape;1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7" name="Google Shape;127;p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8" name="Shape 128"/>
        <p:cNvGrpSpPr/>
        <p:nvPr/>
      </p:nvGrpSpPr>
      <p:grpSpPr>
        <a:xfrm>
          <a:off x="0" y="0"/>
          <a:ext cx="0" cy="0"/>
          <a:chOff x="0" y="0"/>
          <a:chExt cx="0" cy="0"/>
        </a:xfrm>
      </p:grpSpPr>
      <p:sp>
        <p:nvSpPr>
          <p:cNvPr id="129" name="Google Shape;129;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31" name="Google Shape;131;p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2" name="Shape 132"/>
        <p:cNvGrpSpPr/>
        <p:nvPr/>
      </p:nvGrpSpPr>
      <p:grpSpPr>
        <a:xfrm>
          <a:off x="0" y="0"/>
          <a:ext cx="0" cy="0"/>
          <a:chOff x="0" y="0"/>
          <a:chExt cx="0" cy="0"/>
        </a:xfrm>
      </p:grpSpPr>
      <p:sp>
        <p:nvSpPr>
          <p:cNvPr id="133" name="Google Shape;133;p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4" name="Shape 134"/>
        <p:cNvGrpSpPr/>
        <p:nvPr/>
      </p:nvGrpSpPr>
      <p:grpSpPr>
        <a:xfrm>
          <a:off x="0" y="0"/>
          <a:ext cx="0" cy="0"/>
          <a:chOff x="0" y="0"/>
          <a:chExt cx="0" cy="0"/>
        </a:xfrm>
      </p:grpSpPr>
      <p:sp>
        <p:nvSpPr>
          <p:cNvPr id="135" name="Google Shape;135;p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6" name="Google Shape;136;p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 name="Shape 137"/>
        <p:cNvGrpSpPr/>
        <p:nvPr/>
      </p:nvGrpSpPr>
      <p:grpSpPr>
        <a:xfrm>
          <a:off x="0" y="0"/>
          <a:ext cx="0" cy="0"/>
          <a:chOff x="0" y="0"/>
          <a:chExt cx="0" cy="0"/>
        </a:xfrm>
      </p:grpSpPr>
      <p:sp>
        <p:nvSpPr>
          <p:cNvPr id="138" name="Google Shape;138;p1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9" name="Shape 139"/>
        <p:cNvGrpSpPr/>
        <p:nvPr/>
      </p:nvGrpSpPr>
      <p:grpSpPr>
        <a:xfrm>
          <a:off x="0" y="0"/>
          <a:ext cx="0" cy="0"/>
          <a:chOff x="0" y="0"/>
          <a:chExt cx="0" cy="0"/>
        </a:xfrm>
      </p:grpSpPr>
      <p:sp>
        <p:nvSpPr>
          <p:cNvPr id="140" name="Google Shape;140;p11"/>
          <p:cNvSpPr/>
          <p:nvPr/>
        </p:nvSpPr>
        <p:spPr>
          <a:xfrm>
            <a:off x="4572000" y="-125"/>
            <a:ext cx="4572000" cy="5143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141" name="Google Shape;141;p1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42" name="Google Shape;142;p1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43" name="Google Shape;143;p1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2"/>
              </a:buClr>
              <a:buSzPts val="1800"/>
              <a:buChar char="●"/>
              <a:defRPr>
                <a:solidFill>
                  <a:schemeClr val="accent2"/>
                </a:solidFill>
              </a:defRPr>
            </a:lvl1pPr>
            <a:lvl2pPr indent="-317500" lvl="1" marL="914400">
              <a:spcBef>
                <a:spcPts val="0"/>
              </a:spcBef>
              <a:spcAft>
                <a:spcPts val="0"/>
              </a:spcAft>
              <a:buClr>
                <a:schemeClr val="accent2"/>
              </a:buClr>
              <a:buSzPts val="1400"/>
              <a:buChar char="○"/>
              <a:defRPr>
                <a:solidFill>
                  <a:schemeClr val="accent2"/>
                </a:solidFill>
              </a:defRPr>
            </a:lvl2pPr>
            <a:lvl3pPr indent="-317500" lvl="2" marL="1371600">
              <a:spcBef>
                <a:spcPts val="0"/>
              </a:spcBef>
              <a:spcAft>
                <a:spcPts val="0"/>
              </a:spcAft>
              <a:buClr>
                <a:schemeClr val="accent2"/>
              </a:buClr>
              <a:buSzPts val="1400"/>
              <a:buChar char="■"/>
              <a:defRPr>
                <a:solidFill>
                  <a:schemeClr val="accent2"/>
                </a:solidFill>
              </a:defRPr>
            </a:lvl3pPr>
            <a:lvl4pPr indent="-317500" lvl="3" marL="1828800">
              <a:spcBef>
                <a:spcPts val="0"/>
              </a:spcBef>
              <a:spcAft>
                <a:spcPts val="0"/>
              </a:spcAft>
              <a:buClr>
                <a:schemeClr val="accent2"/>
              </a:buClr>
              <a:buSzPts val="1400"/>
              <a:buChar char="●"/>
              <a:defRPr>
                <a:solidFill>
                  <a:schemeClr val="accent2"/>
                </a:solidFill>
              </a:defRPr>
            </a:lvl4pPr>
            <a:lvl5pPr indent="-317500" lvl="4" marL="2286000">
              <a:spcBef>
                <a:spcPts val="0"/>
              </a:spcBef>
              <a:spcAft>
                <a:spcPts val="0"/>
              </a:spcAft>
              <a:buClr>
                <a:schemeClr val="accent2"/>
              </a:buClr>
              <a:buSzPts val="1400"/>
              <a:buChar char="○"/>
              <a:defRPr>
                <a:solidFill>
                  <a:schemeClr val="accent2"/>
                </a:solidFill>
              </a:defRPr>
            </a:lvl5pPr>
            <a:lvl6pPr indent="-317500" lvl="5" marL="2743200">
              <a:spcBef>
                <a:spcPts val="0"/>
              </a:spcBef>
              <a:spcAft>
                <a:spcPts val="0"/>
              </a:spcAft>
              <a:buClr>
                <a:schemeClr val="accent2"/>
              </a:buClr>
              <a:buSzPts val="1400"/>
              <a:buChar char="■"/>
              <a:defRPr>
                <a:solidFill>
                  <a:schemeClr val="accent2"/>
                </a:solidFill>
              </a:defRPr>
            </a:lvl6pPr>
            <a:lvl7pPr indent="-317500" lvl="6" marL="3200400">
              <a:spcBef>
                <a:spcPts val="0"/>
              </a:spcBef>
              <a:spcAft>
                <a:spcPts val="0"/>
              </a:spcAft>
              <a:buClr>
                <a:schemeClr val="accent2"/>
              </a:buClr>
              <a:buSzPts val="1400"/>
              <a:buChar char="●"/>
              <a:defRPr>
                <a:solidFill>
                  <a:schemeClr val="accent2"/>
                </a:solidFill>
              </a:defRPr>
            </a:lvl7pPr>
            <a:lvl8pPr indent="-317500" lvl="7" marL="3657600">
              <a:spcBef>
                <a:spcPts val="0"/>
              </a:spcBef>
              <a:spcAft>
                <a:spcPts val="0"/>
              </a:spcAft>
              <a:buClr>
                <a:schemeClr val="accent2"/>
              </a:buClr>
              <a:buSzPts val="1400"/>
              <a:buChar char="○"/>
              <a:defRPr>
                <a:solidFill>
                  <a:schemeClr val="accent2"/>
                </a:solidFill>
              </a:defRPr>
            </a:lvl8pPr>
            <a:lvl9pPr indent="-317500" lvl="8" marL="4114800">
              <a:spcBef>
                <a:spcPts val="0"/>
              </a:spcBef>
              <a:spcAft>
                <a:spcPts val="0"/>
              </a:spcAft>
              <a:buClr>
                <a:schemeClr val="accent2"/>
              </a:buClr>
              <a:buSzPts val="1400"/>
              <a:buChar char="■"/>
              <a:defRPr>
                <a:solidFill>
                  <a:schemeClr val="accent2"/>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sp>
        <p:nvSpPr>
          <p:cNvPr id="145" name="Google Shape;145;p1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6" name="Shape 146"/>
        <p:cNvGrpSpPr/>
        <p:nvPr/>
      </p:nvGrpSpPr>
      <p:grpSpPr>
        <a:xfrm>
          <a:off x="0" y="0"/>
          <a:ext cx="0" cy="0"/>
          <a:chOff x="0" y="0"/>
          <a:chExt cx="0" cy="0"/>
        </a:xfrm>
      </p:grpSpPr>
      <p:sp>
        <p:nvSpPr>
          <p:cNvPr id="147" name="Google Shape;147;p1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Droid Serif"/>
              <a:buNone/>
              <a:defRPr sz="12000">
                <a:latin typeface="Droid Serif"/>
                <a:ea typeface="Droid Serif"/>
                <a:cs typeface="Droid Serif"/>
                <a:sym typeface="Droid Serif"/>
              </a:defRPr>
            </a:lvl1pPr>
            <a:lvl2pPr lvl="1" algn="ctr">
              <a:spcBef>
                <a:spcPts val="0"/>
              </a:spcBef>
              <a:spcAft>
                <a:spcPts val="0"/>
              </a:spcAft>
              <a:buSzPts val="12000"/>
              <a:buFont typeface="Droid Serif"/>
              <a:buNone/>
              <a:defRPr sz="12000">
                <a:latin typeface="Droid Serif"/>
                <a:ea typeface="Droid Serif"/>
                <a:cs typeface="Droid Serif"/>
                <a:sym typeface="Droid Serif"/>
              </a:defRPr>
            </a:lvl2pPr>
            <a:lvl3pPr lvl="2" algn="ctr">
              <a:spcBef>
                <a:spcPts val="0"/>
              </a:spcBef>
              <a:spcAft>
                <a:spcPts val="0"/>
              </a:spcAft>
              <a:buSzPts val="12000"/>
              <a:buFont typeface="Droid Serif"/>
              <a:buNone/>
              <a:defRPr sz="12000">
                <a:latin typeface="Droid Serif"/>
                <a:ea typeface="Droid Serif"/>
                <a:cs typeface="Droid Serif"/>
                <a:sym typeface="Droid Serif"/>
              </a:defRPr>
            </a:lvl3pPr>
            <a:lvl4pPr lvl="3" algn="ctr">
              <a:spcBef>
                <a:spcPts val="0"/>
              </a:spcBef>
              <a:spcAft>
                <a:spcPts val="0"/>
              </a:spcAft>
              <a:buSzPts val="12000"/>
              <a:buFont typeface="Droid Serif"/>
              <a:buNone/>
              <a:defRPr sz="12000">
                <a:latin typeface="Droid Serif"/>
                <a:ea typeface="Droid Serif"/>
                <a:cs typeface="Droid Serif"/>
                <a:sym typeface="Droid Serif"/>
              </a:defRPr>
            </a:lvl4pPr>
            <a:lvl5pPr lvl="4" algn="ctr">
              <a:spcBef>
                <a:spcPts val="0"/>
              </a:spcBef>
              <a:spcAft>
                <a:spcPts val="0"/>
              </a:spcAft>
              <a:buSzPts val="12000"/>
              <a:buFont typeface="Droid Serif"/>
              <a:buNone/>
              <a:defRPr sz="12000">
                <a:latin typeface="Droid Serif"/>
                <a:ea typeface="Droid Serif"/>
                <a:cs typeface="Droid Serif"/>
                <a:sym typeface="Droid Serif"/>
              </a:defRPr>
            </a:lvl5pPr>
            <a:lvl6pPr lvl="5" algn="ctr">
              <a:spcBef>
                <a:spcPts val="0"/>
              </a:spcBef>
              <a:spcAft>
                <a:spcPts val="0"/>
              </a:spcAft>
              <a:buSzPts val="12000"/>
              <a:buFont typeface="Droid Serif"/>
              <a:buNone/>
              <a:defRPr sz="12000">
                <a:latin typeface="Droid Serif"/>
                <a:ea typeface="Droid Serif"/>
                <a:cs typeface="Droid Serif"/>
                <a:sym typeface="Droid Serif"/>
              </a:defRPr>
            </a:lvl6pPr>
            <a:lvl7pPr lvl="6" algn="ctr">
              <a:spcBef>
                <a:spcPts val="0"/>
              </a:spcBef>
              <a:spcAft>
                <a:spcPts val="0"/>
              </a:spcAft>
              <a:buSzPts val="12000"/>
              <a:buFont typeface="Droid Serif"/>
              <a:buNone/>
              <a:defRPr sz="12000">
                <a:latin typeface="Droid Serif"/>
                <a:ea typeface="Droid Serif"/>
                <a:cs typeface="Droid Serif"/>
                <a:sym typeface="Droid Serif"/>
              </a:defRPr>
            </a:lvl7pPr>
            <a:lvl8pPr lvl="7" algn="ctr">
              <a:spcBef>
                <a:spcPts val="0"/>
              </a:spcBef>
              <a:spcAft>
                <a:spcPts val="0"/>
              </a:spcAft>
              <a:buSzPts val="12000"/>
              <a:buFont typeface="Droid Serif"/>
              <a:buNone/>
              <a:defRPr sz="12000">
                <a:latin typeface="Droid Serif"/>
                <a:ea typeface="Droid Serif"/>
                <a:cs typeface="Droid Serif"/>
                <a:sym typeface="Droid Serif"/>
              </a:defRPr>
            </a:lvl8pPr>
            <a:lvl9pPr lvl="8" algn="ctr">
              <a:spcBef>
                <a:spcPts val="0"/>
              </a:spcBef>
              <a:spcAft>
                <a:spcPts val="0"/>
              </a:spcAft>
              <a:buSzPts val="12000"/>
              <a:buFont typeface="Droid Serif"/>
              <a:buNone/>
              <a:defRPr sz="12000">
                <a:latin typeface="Droid Serif"/>
                <a:ea typeface="Droid Serif"/>
                <a:cs typeface="Droid Serif"/>
                <a:sym typeface="Droid Serif"/>
              </a:defRPr>
            </a:lvl9pPr>
          </a:lstStyle>
          <a:p>
            <a:r>
              <a:t>xx%</a:t>
            </a:r>
          </a:p>
        </p:txBody>
      </p:sp>
      <p:sp>
        <p:nvSpPr>
          <p:cNvPr id="148" name="Google Shape;148;p1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9" name="Shape 14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0" name="Shape 150"/>
        <p:cNvGrpSpPr/>
        <p:nvPr/>
      </p:nvGrpSpPr>
      <p:grpSpPr>
        <a:xfrm>
          <a:off x="0" y="0"/>
          <a:ext cx="0" cy="0"/>
          <a:chOff x="0" y="0"/>
          <a:chExt cx="0" cy="0"/>
        </a:xfrm>
      </p:grpSpPr>
      <p:sp>
        <p:nvSpPr>
          <p:cNvPr id="151" name="Google Shape;151;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2" name="Google Shape;152;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3" name="Google Shape;153;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4_1_TITLEANDBULLETS_A">
  <p:cSld name="CUSTOM_1_1">
    <p:spTree>
      <p:nvGrpSpPr>
        <p:cNvPr id="154" name="Shape 154"/>
        <p:cNvGrpSpPr/>
        <p:nvPr/>
      </p:nvGrpSpPr>
      <p:grpSpPr>
        <a:xfrm>
          <a:off x="0" y="0"/>
          <a:ext cx="0" cy="0"/>
          <a:chOff x="0" y="0"/>
          <a:chExt cx="0" cy="0"/>
        </a:xfrm>
      </p:grpSpPr>
      <p:sp>
        <p:nvSpPr>
          <p:cNvPr id="155" name="Google Shape;155;p16"/>
          <p:cNvSpPr/>
          <p:nvPr>
            <p:ph idx="2" type="pic"/>
          </p:nvPr>
        </p:nvSpPr>
        <p:spPr>
          <a:xfrm>
            <a:off x="3035838" y="1471024"/>
            <a:ext cx="3173100" cy="3173100"/>
          </a:xfrm>
          <a:prstGeom prst="roundRect">
            <a:avLst>
              <a:gd fmla="val 50000" name="adj"/>
            </a:avLst>
          </a:prstGeom>
          <a:noFill/>
          <a:ln>
            <a:noFill/>
          </a:ln>
        </p:spPr>
      </p:sp>
      <p:sp>
        <p:nvSpPr>
          <p:cNvPr id="156" name="Google Shape;156;p16"/>
          <p:cNvSpPr txBox="1"/>
          <p:nvPr>
            <p:ph type="title"/>
          </p:nvPr>
        </p:nvSpPr>
        <p:spPr>
          <a:xfrm>
            <a:off x="256050" y="253350"/>
            <a:ext cx="8631900" cy="850500"/>
          </a:xfrm>
          <a:prstGeom prst="rect">
            <a:avLst/>
          </a:prstGeom>
          <a:ln>
            <a:noFill/>
          </a:ln>
        </p:spPr>
        <p:txBody>
          <a:bodyPr anchorCtr="0" anchor="ctr" bIns="0" lIns="0" spcFirstLastPara="1" rIns="0" wrap="square" tIns="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7" name="Google Shape;157;p16"/>
          <p:cNvSpPr txBox="1"/>
          <p:nvPr/>
        </p:nvSpPr>
        <p:spPr>
          <a:xfrm>
            <a:off x="256062" y="1205848"/>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01</a:t>
            </a:r>
            <a:endParaRPr>
              <a:solidFill>
                <a:schemeClr val="dk2"/>
              </a:solidFill>
            </a:endParaRPr>
          </a:p>
        </p:txBody>
      </p:sp>
      <p:sp>
        <p:nvSpPr>
          <p:cNvPr id="158" name="Google Shape;158;p16"/>
          <p:cNvSpPr txBox="1"/>
          <p:nvPr/>
        </p:nvSpPr>
        <p:spPr>
          <a:xfrm>
            <a:off x="256062" y="3308968"/>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02</a:t>
            </a:r>
            <a:endParaRPr>
              <a:solidFill>
                <a:schemeClr val="dk2"/>
              </a:solidFill>
            </a:endParaRPr>
          </a:p>
        </p:txBody>
      </p:sp>
      <p:sp>
        <p:nvSpPr>
          <p:cNvPr id="159" name="Google Shape;159;p16"/>
          <p:cNvSpPr txBox="1"/>
          <p:nvPr/>
        </p:nvSpPr>
        <p:spPr>
          <a:xfrm>
            <a:off x="6382542" y="1205120"/>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03</a:t>
            </a:r>
            <a:endParaRPr>
              <a:solidFill>
                <a:schemeClr val="dk2"/>
              </a:solidFill>
            </a:endParaRPr>
          </a:p>
        </p:txBody>
      </p:sp>
      <p:sp>
        <p:nvSpPr>
          <p:cNvPr id="160" name="Google Shape;160;p16"/>
          <p:cNvSpPr txBox="1"/>
          <p:nvPr>
            <p:ph idx="1" type="body"/>
          </p:nvPr>
        </p:nvSpPr>
        <p:spPr>
          <a:xfrm>
            <a:off x="1088166" y="1250719"/>
            <a:ext cx="1664100" cy="1536300"/>
          </a:xfrm>
          <a:prstGeom prst="rect">
            <a:avLst/>
          </a:prstGeom>
          <a:ln>
            <a:noFill/>
          </a:ln>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1" name="Google Shape;161;p16"/>
          <p:cNvSpPr txBox="1"/>
          <p:nvPr>
            <p:ph idx="3" type="body"/>
          </p:nvPr>
        </p:nvSpPr>
        <p:spPr>
          <a:xfrm>
            <a:off x="7223790" y="1249991"/>
            <a:ext cx="1664100" cy="1536300"/>
          </a:xfrm>
          <a:prstGeom prst="rect">
            <a:avLst/>
          </a:prstGeom>
          <a:ln>
            <a:noFill/>
          </a:ln>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2" name="Google Shape;162;p16"/>
          <p:cNvSpPr txBox="1"/>
          <p:nvPr>
            <p:ph idx="4" type="body"/>
          </p:nvPr>
        </p:nvSpPr>
        <p:spPr>
          <a:xfrm>
            <a:off x="7223790" y="3353111"/>
            <a:ext cx="1664100" cy="1536300"/>
          </a:xfrm>
          <a:prstGeom prst="rect">
            <a:avLst/>
          </a:prstGeom>
          <a:ln>
            <a:noFill/>
          </a:ln>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cxnSp>
        <p:nvCxnSpPr>
          <p:cNvPr id="163" name="Google Shape;163;p16"/>
          <p:cNvCxnSpPr/>
          <p:nvPr/>
        </p:nvCxnSpPr>
        <p:spPr>
          <a:xfrm>
            <a:off x="628506" y="1406957"/>
            <a:ext cx="415500" cy="0"/>
          </a:xfrm>
          <a:prstGeom prst="straightConnector1">
            <a:avLst/>
          </a:prstGeom>
          <a:noFill/>
          <a:ln cap="flat" cmpd="sng" w="9525">
            <a:solidFill>
              <a:srgbClr val="595959"/>
            </a:solidFill>
            <a:prstDash val="solid"/>
            <a:round/>
            <a:headEnd len="med" w="med" type="none"/>
            <a:tailEnd len="med" w="med" type="none"/>
          </a:ln>
        </p:spPr>
      </p:cxnSp>
      <p:cxnSp>
        <p:nvCxnSpPr>
          <p:cNvPr id="164" name="Google Shape;164;p16"/>
          <p:cNvCxnSpPr/>
          <p:nvPr/>
        </p:nvCxnSpPr>
        <p:spPr>
          <a:xfrm>
            <a:off x="628506" y="3509382"/>
            <a:ext cx="415500" cy="0"/>
          </a:xfrm>
          <a:prstGeom prst="straightConnector1">
            <a:avLst/>
          </a:prstGeom>
          <a:noFill/>
          <a:ln cap="flat" cmpd="sng" w="9525">
            <a:solidFill>
              <a:srgbClr val="595959"/>
            </a:solidFill>
            <a:prstDash val="solid"/>
            <a:round/>
            <a:headEnd len="med" w="med" type="none"/>
            <a:tailEnd len="med" w="med" type="none"/>
          </a:ln>
        </p:spPr>
      </p:cxnSp>
      <p:cxnSp>
        <p:nvCxnSpPr>
          <p:cNvPr id="165" name="Google Shape;165;p16"/>
          <p:cNvCxnSpPr/>
          <p:nvPr/>
        </p:nvCxnSpPr>
        <p:spPr>
          <a:xfrm>
            <a:off x="6760631" y="1406288"/>
            <a:ext cx="415500" cy="0"/>
          </a:xfrm>
          <a:prstGeom prst="straightConnector1">
            <a:avLst/>
          </a:prstGeom>
          <a:noFill/>
          <a:ln cap="flat" cmpd="sng" w="9525">
            <a:solidFill>
              <a:srgbClr val="595959"/>
            </a:solidFill>
            <a:prstDash val="solid"/>
            <a:round/>
            <a:headEnd len="med" w="med" type="none"/>
            <a:tailEnd len="med" w="med" type="none"/>
          </a:ln>
        </p:spPr>
      </p:cxnSp>
      <p:cxnSp>
        <p:nvCxnSpPr>
          <p:cNvPr id="166" name="Google Shape;166;p16"/>
          <p:cNvCxnSpPr/>
          <p:nvPr/>
        </p:nvCxnSpPr>
        <p:spPr>
          <a:xfrm>
            <a:off x="6760631" y="3509407"/>
            <a:ext cx="415500" cy="0"/>
          </a:xfrm>
          <a:prstGeom prst="straightConnector1">
            <a:avLst/>
          </a:prstGeom>
          <a:noFill/>
          <a:ln cap="flat" cmpd="sng" w="9525">
            <a:solidFill>
              <a:srgbClr val="595959"/>
            </a:solidFill>
            <a:prstDash val="solid"/>
            <a:round/>
            <a:headEnd len="med" w="med" type="none"/>
            <a:tailEnd len="med" w="med" type="none"/>
          </a:ln>
        </p:spPr>
      </p:cxnSp>
      <p:sp>
        <p:nvSpPr>
          <p:cNvPr id="167" name="Google Shape;167;p16"/>
          <p:cNvSpPr txBox="1"/>
          <p:nvPr/>
        </p:nvSpPr>
        <p:spPr>
          <a:xfrm>
            <a:off x="6382546" y="3308238"/>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04</a:t>
            </a:r>
            <a:endParaRPr>
              <a:solidFill>
                <a:schemeClr val="dk2"/>
              </a:solidFill>
            </a:endParaRPr>
          </a:p>
        </p:txBody>
      </p:sp>
      <p:sp>
        <p:nvSpPr>
          <p:cNvPr id="168" name="Google Shape;168;p16"/>
          <p:cNvSpPr txBox="1"/>
          <p:nvPr>
            <p:ph idx="5" type="body"/>
          </p:nvPr>
        </p:nvSpPr>
        <p:spPr>
          <a:xfrm>
            <a:off x="1088166" y="3353839"/>
            <a:ext cx="1664100" cy="1536300"/>
          </a:xfrm>
          <a:prstGeom prst="rect">
            <a:avLst/>
          </a:prstGeom>
          <a:ln>
            <a:noFill/>
          </a:ln>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extLst>
    <p:ext uri="{DCECCB84-F9BA-43D5-87BE-67443E8EF086}">
      <p15:sldGuideLst>
        <p15:guide id="1" orient="horz" pos="1904">
          <p15:clr>
            <a:srgbClr val="E46962"/>
          </p15:clr>
        </p15:guide>
        <p15:guide id="2" pos="471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9" name="Shape 169"/>
        <p:cNvGrpSpPr/>
        <p:nvPr/>
      </p:nvGrpSpPr>
      <p:grpSpPr>
        <a:xfrm>
          <a:off x="0" y="0"/>
          <a:ext cx="0" cy="0"/>
          <a:chOff x="0" y="0"/>
          <a:chExt cx="0" cy="0"/>
        </a:xfrm>
      </p:grpSpPr>
      <p:sp>
        <p:nvSpPr>
          <p:cNvPr id="170" name="Google Shape;170;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1" name="Google Shape;171;p1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72" name="Google Shape;172;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73" name="Google Shape;173;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74" name="Google Shape;174;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Text">
  <p:cSld name="1 Column Text">
    <p:spTree>
      <p:nvGrpSpPr>
        <p:cNvPr id="175" name="Shape 175"/>
        <p:cNvGrpSpPr/>
        <p:nvPr/>
      </p:nvGrpSpPr>
      <p:grpSpPr>
        <a:xfrm>
          <a:off x="0" y="0"/>
          <a:ext cx="0" cy="0"/>
          <a:chOff x="0" y="0"/>
          <a:chExt cx="0" cy="0"/>
        </a:xfrm>
      </p:grpSpPr>
      <p:sp>
        <p:nvSpPr>
          <p:cNvPr id="176" name="Google Shape;176;p18"/>
          <p:cNvSpPr txBox="1"/>
          <p:nvPr>
            <p:ph idx="1" type="body"/>
          </p:nvPr>
        </p:nvSpPr>
        <p:spPr>
          <a:xfrm>
            <a:off x="493775" y="976232"/>
            <a:ext cx="5796000" cy="3076200"/>
          </a:xfrm>
          <a:prstGeom prst="rect">
            <a:avLst/>
          </a:prstGeom>
          <a:noFill/>
          <a:ln>
            <a:noFill/>
          </a:ln>
        </p:spPr>
        <p:txBody>
          <a:bodyPr anchorCtr="0" anchor="t" bIns="34275" lIns="68575" spcFirstLastPara="1" rIns="68575" wrap="square" tIns="34275">
            <a:noAutofit/>
          </a:bodyPr>
          <a:lstStyle>
            <a:lvl1pPr indent="-228600" lvl="0" marL="457200" algn="l">
              <a:lnSpc>
                <a:spcPct val="144444"/>
              </a:lnSpc>
              <a:spcBef>
                <a:spcPts val="800"/>
              </a:spcBef>
              <a:spcAft>
                <a:spcPts val="0"/>
              </a:spcAft>
              <a:buClr>
                <a:schemeClr val="dk1"/>
              </a:buClr>
              <a:buSzPts val="1400"/>
              <a:buNone/>
              <a:defRPr b="0" i="0" sz="1400">
                <a:solidFill>
                  <a:schemeClr val="dk1"/>
                </a:solidFill>
                <a:latin typeface="Arial"/>
                <a:ea typeface="Arial"/>
                <a:cs typeface="Arial"/>
                <a:sym typeface="Arial"/>
              </a:defRPr>
            </a:lvl1pPr>
            <a:lvl2pPr indent="-228600" lvl="1" marL="914400" algn="l">
              <a:lnSpc>
                <a:spcPct val="90000"/>
              </a:lnSpc>
              <a:spcBef>
                <a:spcPts val="1200"/>
              </a:spcBef>
              <a:spcAft>
                <a:spcPts val="0"/>
              </a:spcAft>
              <a:buClr>
                <a:srgbClr val="888888"/>
              </a:buClr>
              <a:buSzPts val="1500"/>
              <a:buNone/>
              <a:defRPr sz="1500">
                <a:solidFill>
                  <a:srgbClr val="888888"/>
                </a:solidFill>
              </a:defRPr>
            </a:lvl2pPr>
            <a:lvl3pPr indent="-228600" lvl="2" marL="1371600" algn="l">
              <a:lnSpc>
                <a:spcPct val="90000"/>
              </a:lnSpc>
              <a:spcBef>
                <a:spcPts val="1200"/>
              </a:spcBef>
              <a:spcAft>
                <a:spcPts val="0"/>
              </a:spcAft>
              <a:buClr>
                <a:srgbClr val="888888"/>
              </a:buClr>
              <a:buSzPts val="1400"/>
              <a:buNone/>
              <a:defRPr sz="1400">
                <a:solidFill>
                  <a:srgbClr val="888888"/>
                </a:solidFill>
              </a:defRPr>
            </a:lvl3pPr>
            <a:lvl4pPr indent="-228600" lvl="3" marL="1828800" algn="l">
              <a:lnSpc>
                <a:spcPct val="90000"/>
              </a:lnSpc>
              <a:spcBef>
                <a:spcPts val="1200"/>
              </a:spcBef>
              <a:spcAft>
                <a:spcPts val="0"/>
              </a:spcAft>
              <a:buClr>
                <a:srgbClr val="888888"/>
              </a:buClr>
              <a:buSzPts val="1200"/>
              <a:buNone/>
              <a:defRPr sz="1200">
                <a:solidFill>
                  <a:srgbClr val="888888"/>
                </a:solidFill>
              </a:defRPr>
            </a:lvl4pPr>
            <a:lvl5pPr indent="-228600" lvl="4" marL="2286000" algn="l">
              <a:lnSpc>
                <a:spcPct val="90000"/>
              </a:lnSpc>
              <a:spcBef>
                <a:spcPts val="1200"/>
              </a:spcBef>
              <a:spcAft>
                <a:spcPts val="0"/>
              </a:spcAft>
              <a:buClr>
                <a:srgbClr val="888888"/>
              </a:buClr>
              <a:buSzPts val="1200"/>
              <a:buNone/>
              <a:defRPr sz="1200">
                <a:solidFill>
                  <a:srgbClr val="888888"/>
                </a:solidFill>
              </a:defRPr>
            </a:lvl5pPr>
            <a:lvl6pPr indent="-228600" lvl="5" marL="2743200" algn="l">
              <a:lnSpc>
                <a:spcPct val="90000"/>
              </a:lnSpc>
              <a:spcBef>
                <a:spcPts val="1200"/>
              </a:spcBef>
              <a:spcAft>
                <a:spcPts val="0"/>
              </a:spcAft>
              <a:buClr>
                <a:srgbClr val="888888"/>
              </a:buClr>
              <a:buSzPts val="1200"/>
              <a:buNone/>
              <a:defRPr sz="1200">
                <a:solidFill>
                  <a:srgbClr val="888888"/>
                </a:solidFill>
              </a:defRPr>
            </a:lvl6pPr>
            <a:lvl7pPr indent="-228600" lvl="6" marL="3200400" algn="l">
              <a:lnSpc>
                <a:spcPct val="90000"/>
              </a:lnSpc>
              <a:spcBef>
                <a:spcPts val="1200"/>
              </a:spcBef>
              <a:spcAft>
                <a:spcPts val="0"/>
              </a:spcAft>
              <a:buClr>
                <a:srgbClr val="888888"/>
              </a:buClr>
              <a:buSzPts val="1200"/>
              <a:buNone/>
              <a:defRPr sz="1200">
                <a:solidFill>
                  <a:srgbClr val="888888"/>
                </a:solidFill>
              </a:defRPr>
            </a:lvl7pPr>
            <a:lvl8pPr indent="-228600" lvl="7" marL="3657600" algn="l">
              <a:lnSpc>
                <a:spcPct val="90000"/>
              </a:lnSpc>
              <a:spcBef>
                <a:spcPts val="1200"/>
              </a:spcBef>
              <a:spcAft>
                <a:spcPts val="0"/>
              </a:spcAft>
              <a:buClr>
                <a:srgbClr val="888888"/>
              </a:buClr>
              <a:buSzPts val="1200"/>
              <a:buNone/>
              <a:defRPr sz="1200">
                <a:solidFill>
                  <a:srgbClr val="888888"/>
                </a:solidFill>
              </a:defRPr>
            </a:lvl8pPr>
            <a:lvl9pPr indent="-228600" lvl="8" marL="4114800" algn="l">
              <a:lnSpc>
                <a:spcPct val="90000"/>
              </a:lnSpc>
              <a:spcBef>
                <a:spcPts val="1200"/>
              </a:spcBef>
              <a:spcAft>
                <a:spcPts val="1200"/>
              </a:spcAft>
              <a:buClr>
                <a:srgbClr val="888888"/>
              </a:buClr>
              <a:buSzPts val="1200"/>
              <a:buNone/>
              <a:defRPr sz="1200">
                <a:solidFill>
                  <a:srgbClr val="888888"/>
                </a:solidFill>
              </a:defRPr>
            </a:lvl9pPr>
          </a:lstStyle>
          <a:p/>
        </p:txBody>
      </p:sp>
      <p:sp>
        <p:nvSpPr>
          <p:cNvPr id="177" name="Google Shape;177;p18"/>
          <p:cNvSpPr txBox="1"/>
          <p:nvPr>
            <p:ph type="title"/>
          </p:nvPr>
        </p:nvSpPr>
        <p:spPr>
          <a:xfrm>
            <a:off x="493775" y="227102"/>
            <a:ext cx="7886700" cy="537000"/>
          </a:xfrm>
          <a:prstGeom prst="rect">
            <a:avLst/>
          </a:prstGeom>
          <a:noFill/>
          <a:ln>
            <a:noFill/>
          </a:ln>
        </p:spPr>
        <p:txBody>
          <a:bodyPr anchorCtr="0" anchor="b" bIns="34275" lIns="68575" spcFirstLastPara="1" rIns="68575" wrap="square" tIns="34275">
            <a:normAutofit/>
          </a:bodyPr>
          <a:lstStyle>
            <a:lvl1pPr lvl="0" algn="l">
              <a:lnSpc>
                <a:spcPct val="80000"/>
              </a:lnSpc>
              <a:spcBef>
                <a:spcPts val="0"/>
              </a:spcBef>
              <a:spcAft>
                <a:spcPts val="0"/>
              </a:spcAft>
              <a:buClr>
                <a:srgbClr val="1D4F91"/>
              </a:buClr>
              <a:buSzPts val="2700"/>
              <a:buFont typeface="Arial"/>
              <a:buNone/>
              <a:defRPr b="0" i="0" sz="2700">
                <a:solidFill>
                  <a:srgbClr val="1D4F91"/>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
    <p:spTree>
      <p:nvGrpSpPr>
        <p:cNvPr id="178" name="Shape 178"/>
        <p:cNvGrpSpPr/>
        <p:nvPr/>
      </p:nvGrpSpPr>
      <p:grpSpPr>
        <a:xfrm>
          <a:off x="0" y="0"/>
          <a:ext cx="0" cy="0"/>
          <a:chOff x="0" y="0"/>
          <a:chExt cx="0" cy="0"/>
        </a:xfrm>
      </p:grpSpPr>
      <p:sp>
        <p:nvSpPr>
          <p:cNvPr id="179" name="Google Shape;179;p19"/>
          <p:cNvSpPr txBox="1"/>
          <p:nvPr>
            <p:ph idx="1" type="body"/>
          </p:nvPr>
        </p:nvSpPr>
        <p:spPr>
          <a:xfrm>
            <a:off x="493776" y="2889721"/>
            <a:ext cx="4978800" cy="736800"/>
          </a:xfrm>
          <a:prstGeom prst="rect">
            <a:avLst/>
          </a:prstGeom>
          <a:noFill/>
          <a:ln>
            <a:noFill/>
          </a:ln>
        </p:spPr>
        <p:txBody>
          <a:bodyPr anchorCtr="0" anchor="t" bIns="34275" lIns="0" spcFirstLastPara="1" rIns="68575" wrap="square" tIns="34275">
            <a:normAutofit/>
          </a:bodyPr>
          <a:lstStyle>
            <a:lvl1pPr indent="-228600" lvl="0" marL="457200" algn="l">
              <a:lnSpc>
                <a:spcPct val="90000"/>
              </a:lnSpc>
              <a:spcBef>
                <a:spcPts val="0"/>
              </a:spcBef>
              <a:spcAft>
                <a:spcPts val="0"/>
              </a:spcAft>
              <a:buClr>
                <a:schemeClr val="lt1"/>
              </a:buClr>
              <a:buSzPts val="2400"/>
              <a:buNone/>
              <a:defRPr b="0" i="0" sz="2400">
                <a:solidFill>
                  <a:schemeClr val="lt1"/>
                </a:solidFill>
                <a:latin typeface="Arial"/>
                <a:ea typeface="Arial"/>
                <a:cs typeface="Arial"/>
                <a:sym typeface="Arial"/>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80" name="Google Shape;180;p19"/>
          <p:cNvSpPr txBox="1"/>
          <p:nvPr>
            <p:ph type="ctrTitle"/>
          </p:nvPr>
        </p:nvSpPr>
        <p:spPr>
          <a:xfrm>
            <a:off x="493776" y="1022130"/>
            <a:ext cx="4978800" cy="1789800"/>
          </a:xfrm>
          <a:prstGeom prst="rect">
            <a:avLst/>
          </a:prstGeom>
          <a:noFill/>
          <a:ln>
            <a:noFill/>
          </a:ln>
        </p:spPr>
        <p:txBody>
          <a:bodyPr anchorCtr="0" anchor="b" bIns="34275" lIns="0" spcFirstLastPara="1" rIns="68575" wrap="square" tIns="34275">
            <a:normAutofit/>
          </a:bodyPr>
          <a:lstStyle>
            <a:lvl1pPr lvl="0" algn="l">
              <a:lnSpc>
                <a:spcPct val="96666"/>
              </a:lnSpc>
              <a:spcBef>
                <a:spcPts val="0"/>
              </a:spcBef>
              <a:spcAft>
                <a:spcPts val="0"/>
              </a:spcAft>
              <a:buClr>
                <a:srgbClr val="1D4F91"/>
              </a:buClr>
              <a:buSzPts val="4500"/>
              <a:buFont typeface="Arial"/>
              <a:buNone/>
              <a:defRPr b="0" i="0" sz="4500" cap="none">
                <a:solidFill>
                  <a:srgbClr val="1D4F91"/>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1" name="Google Shape;181;p19"/>
          <p:cNvSpPr txBox="1"/>
          <p:nvPr>
            <p:ph idx="2" type="body"/>
          </p:nvPr>
        </p:nvSpPr>
        <p:spPr>
          <a:xfrm>
            <a:off x="493777" y="3714749"/>
            <a:ext cx="4978800" cy="489000"/>
          </a:xfrm>
          <a:prstGeom prst="rect">
            <a:avLst/>
          </a:prstGeom>
          <a:noFill/>
          <a:ln>
            <a:noFill/>
          </a:ln>
        </p:spPr>
        <p:txBody>
          <a:bodyPr anchorCtr="0" anchor="t" bIns="34275" lIns="0" spcFirstLastPara="1" rIns="68575" wrap="square" tIns="34275">
            <a:normAutofit/>
          </a:bodyPr>
          <a:lstStyle>
            <a:lvl1pPr indent="-228600" lvl="0" marL="457200" algn="l">
              <a:lnSpc>
                <a:spcPct val="90000"/>
              </a:lnSpc>
              <a:spcBef>
                <a:spcPts val="0"/>
              </a:spcBef>
              <a:spcAft>
                <a:spcPts val="0"/>
              </a:spcAft>
              <a:buClr>
                <a:schemeClr val="lt1"/>
              </a:buClr>
              <a:buSzPts val="1500"/>
              <a:buNone/>
              <a:defRPr b="0" i="0" sz="1500">
                <a:solidFill>
                  <a:schemeClr val="lt1"/>
                </a:solidFill>
                <a:latin typeface="Arial"/>
                <a:ea typeface="Arial"/>
                <a:cs typeface="Arial"/>
                <a:sym typeface="Arial"/>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82" name="Shape 182"/>
        <p:cNvGrpSpPr/>
        <p:nvPr/>
      </p:nvGrpSpPr>
      <p:grpSpPr>
        <a:xfrm>
          <a:off x="0" y="0"/>
          <a:ext cx="0" cy="0"/>
          <a:chOff x="0" y="0"/>
          <a:chExt cx="0" cy="0"/>
        </a:xfrm>
      </p:grpSpPr>
      <p:sp>
        <p:nvSpPr>
          <p:cNvPr id="183" name="Google Shape;183;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85" name="Google Shape;185;p20"/>
          <p:cNvSpPr txBox="1"/>
          <p:nvPr>
            <p:ph idx="1" type="subTitle"/>
          </p:nvPr>
        </p:nvSpPr>
        <p:spPr>
          <a:xfrm>
            <a:off x="311700" y="4663225"/>
            <a:ext cx="8520600" cy="3936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SzPts val="700"/>
              <a:buNone/>
              <a:defRPr sz="7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Light"/>
              <a:buNone/>
              <a:defRPr sz="2800">
                <a:solidFill>
                  <a:schemeClr val="dk1"/>
                </a:solidFill>
                <a:latin typeface="Roboto Light"/>
                <a:ea typeface="Roboto Light"/>
                <a:cs typeface="Roboto Light"/>
                <a:sym typeface="Roboto Ligh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Light"/>
              <a:buChar char="●"/>
              <a:defRPr sz="1800">
                <a:solidFill>
                  <a:schemeClr val="dk2"/>
                </a:solidFill>
                <a:latin typeface="Roboto Light"/>
                <a:ea typeface="Roboto Light"/>
                <a:cs typeface="Roboto Light"/>
                <a:sym typeface="Roboto Light"/>
              </a:defRPr>
            </a:lvl1pPr>
            <a:lvl2pPr indent="-317500" lvl="1" marL="914400">
              <a:lnSpc>
                <a:spcPct val="115000"/>
              </a:lnSpc>
              <a:spcBef>
                <a:spcPts val="0"/>
              </a:spcBef>
              <a:spcAft>
                <a:spcPts val="0"/>
              </a:spcAft>
              <a:buClr>
                <a:schemeClr val="dk2"/>
              </a:buClr>
              <a:buSzPts val="1400"/>
              <a:buFont typeface="Roboto Light"/>
              <a:buChar char="○"/>
              <a:defRPr>
                <a:solidFill>
                  <a:schemeClr val="dk2"/>
                </a:solidFill>
                <a:latin typeface="Roboto Light"/>
                <a:ea typeface="Roboto Light"/>
                <a:cs typeface="Roboto Light"/>
                <a:sym typeface="Roboto Light"/>
              </a:defRPr>
            </a:lvl2pPr>
            <a:lvl3pPr indent="-317500" lvl="2" marL="1371600">
              <a:lnSpc>
                <a:spcPct val="115000"/>
              </a:lnSpc>
              <a:spcBef>
                <a:spcPts val="0"/>
              </a:spcBef>
              <a:spcAft>
                <a:spcPts val="0"/>
              </a:spcAft>
              <a:buClr>
                <a:schemeClr val="dk2"/>
              </a:buClr>
              <a:buSzPts val="1400"/>
              <a:buFont typeface="Roboto Light"/>
              <a:buChar char="■"/>
              <a:defRPr>
                <a:solidFill>
                  <a:schemeClr val="dk2"/>
                </a:solidFill>
                <a:latin typeface="Roboto Light"/>
                <a:ea typeface="Roboto Light"/>
                <a:cs typeface="Roboto Light"/>
                <a:sym typeface="Roboto Light"/>
              </a:defRPr>
            </a:lvl3pPr>
            <a:lvl4pPr indent="-317500" lvl="3" marL="1828800">
              <a:lnSpc>
                <a:spcPct val="115000"/>
              </a:lnSpc>
              <a:spcBef>
                <a:spcPts val="0"/>
              </a:spcBef>
              <a:spcAft>
                <a:spcPts val="0"/>
              </a:spcAft>
              <a:buClr>
                <a:schemeClr val="dk2"/>
              </a:buClr>
              <a:buSzPts val="1400"/>
              <a:buFont typeface="Roboto Light"/>
              <a:buChar char="●"/>
              <a:defRPr>
                <a:solidFill>
                  <a:schemeClr val="dk2"/>
                </a:solidFill>
                <a:latin typeface="Roboto Light"/>
                <a:ea typeface="Roboto Light"/>
                <a:cs typeface="Roboto Light"/>
                <a:sym typeface="Roboto Light"/>
              </a:defRPr>
            </a:lvl4pPr>
            <a:lvl5pPr indent="-317500" lvl="4" marL="2286000">
              <a:lnSpc>
                <a:spcPct val="115000"/>
              </a:lnSpc>
              <a:spcBef>
                <a:spcPts val="0"/>
              </a:spcBef>
              <a:spcAft>
                <a:spcPts val="0"/>
              </a:spcAft>
              <a:buClr>
                <a:schemeClr val="dk2"/>
              </a:buClr>
              <a:buSzPts val="1400"/>
              <a:buFont typeface="Roboto Light"/>
              <a:buChar char="○"/>
              <a:defRPr>
                <a:solidFill>
                  <a:schemeClr val="dk2"/>
                </a:solidFill>
                <a:latin typeface="Roboto Light"/>
                <a:ea typeface="Roboto Light"/>
                <a:cs typeface="Roboto Light"/>
                <a:sym typeface="Roboto Light"/>
              </a:defRPr>
            </a:lvl5pPr>
            <a:lvl6pPr indent="-317500" lvl="5" marL="2743200">
              <a:lnSpc>
                <a:spcPct val="115000"/>
              </a:lnSpc>
              <a:spcBef>
                <a:spcPts val="0"/>
              </a:spcBef>
              <a:spcAft>
                <a:spcPts val="0"/>
              </a:spcAft>
              <a:buClr>
                <a:schemeClr val="dk2"/>
              </a:buClr>
              <a:buSzPts val="1400"/>
              <a:buFont typeface="Roboto Light"/>
              <a:buChar char="■"/>
              <a:defRPr>
                <a:solidFill>
                  <a:schemeClr val="dk2"/>
                </a:solidFill>
                <a:latin typeface="Roboto Light"/>
                <a:ea typeface="Roboto Light"/>
                <a:cs typeface="Roboto Light"/>
                <a:sym typeface="Roboto Light"/>
              </a:defRPr>
            </a:lvl6pPr>
            <a:lvl7pPr indent="-317500" lvl="6" marL="3200400">
              <a:lnSpc>
                <a:spcPct val="115000"/>
              </a:lnSpc>
              <a:spcBef>
                <a:spcPts val="0"/>
              </a:spcBef>
              <a:spcAft>
                <a:spcPts val="0"/>
              </a:spcAft>
              <a:buClr>
                <a:schemeClr val="dk2"/>
              </a:buClr>
              <a:buSzPts val="1400"/>
              <a:buFont typeface="Roboto Light"/>
              <a:buChar char="●"/>
              <a:defRPr>
                <a:solidFill>
                  <a:schemeClr val="dk2"/>
                </a:solidFill>
                <a:latin typeface="Roboto Light"/>
                <a:ea typeface="Roboto Light"/>
                <a:cs typeface="Roboto Light"/>
                <a:sym typeface="Roboto Light"/>
              </a:defRPr>
            </a:lvl7pPr>
            <a:lvl8pPr indent="-317500" lvl="7" marL="3657600">
              <a:lnSpc>
                <a:spcPct val="115000"/>
              </a:lnSpc>
              <a:spcBef>
                <a:spcPts val="0"/>
              </a:spcBef>
              <a:spcAft>
                <a:spcPts val="0"/>
              </a:spcAft>
              <a:buClr>
                <a:schemeClr val="dk2"/>
              </a:buClr>
              <a:buSzPts val="1400"/>
              <a:buFont typeface="Roboto Light"/>
              <a:buChar char="○"/>
              <a:defRPr>
                <a:solidFill>
                  <a:schemeClr val="dk2"/>
                </a:solidFill>
                <a:latin typeface="Roboto Light"/>
                <a:ea typeface="Roboto Light"/>
                <a:cs typeface="Roboto Light"/>
                <a:sym typeface="Roboto Light"/>
              </a:defRPr>
            </a:lvl8pPr>
            <a:lvl9pPr indent="-317500" lvl="8" marL="4114800">
              <a:lnSpc>
                <a:spcPct val="115000"/>
              </a:lnSpc>
              <a:spcBef>
                <a:spcPts val="0"/>
              </a:spcBef>
              <a:spcAft>
                <a:spcPts val="0"/>
              </a:spcAft>
              <a:buClr>
                <a:schemeClr val="dk2"/>
              </a:buClr>
              <a:buSzPts val="1400"/>
              <a:buFont typeface="Roboto Light"/>
              <a:buChar char="■"/>
              <a:defRPr>
                <a:solidFill>
                  <a:schemeClr val="dk2"/>
                </a:solidFill>
                <a:latin typeface="Roboto Light"/>
                <a:ea typeface="Roboto Light"/>
                <a:cs typeface="Roboto Light"/>
                <a:sym typeface="Roboto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1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1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Lecture 4: Probability &amp; Information Theory</a:t>
            </a:r>
            <a:endParaRPr/>
          </a:p>
        </p:txBody>
      </p:sp>
      <p:sp>
        <p:nvSpPr>
          <p:cNvPr id="191" name="Google Shape;191;p2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BINF 4002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2"/>
          <p:cNvPicPr preferRelativeResize="0"/>
          <p:nvPr/>
        </p:nvPicPr>
        <p:blipFill rotWithShape="1">
          <a:blip r:embed="rId3">
            <a:alphaModFix/>
          </a:blip>
          <a:srcRect b="39272" l="0" r="0" t="0"/>
          <a:stretch/>
        </p:blipFill>
        <p:spPr>
          <a:xfrm>
            <a:off x="152400" y="791870"/>
            <a:ext cx="8839200" cy="21617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3"/>
          <p:cNvPicPr preferRelativeResize="0"/>
          <p:nvPr/>
        </p:nvPicPr>
        <p:blipFill>
          <a:blip r:embed="rId3">
            <a:alphaModFix/>
          </a:blip>
          <a:stretch>
            <a:fillRect/>
          </a:stretch>
        </p:blipFill>
        <p:spPr>
          <a:xfrm>
            <a:off x="152400" y="791863"/>
            <a:ext cx="8839200" cy="355977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Gemini?</a:t>
            </a:r>
            <a:endParaRPr/>
          </a:p>
        </p:txBody>
      </p:sp>
      <p:sp>
        <p:nvSpPr>
          <p:cNvPr id="207" name="Google Shape;20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Generated 11 slides.</a:t>
            </a:r>
            <a:endParaRPr/>
          </a:p>
          <a:p>
            <a:pPr indent="-342900" lvl="0" marL="457200" rtl="0" algn="l">
              <a:spcBef>
                <a:spcPts val="0"/>
              </a:spcBef>
              <a:spcAft>
                <a:spcPts val="0"/>
              </a:spcAft>
              <a:buSzPts val="1800"/>
              <a:buChar char="●"/>
            </a:pPr>
            <a:r>
              <a:rPr lang="en"/>
              <a:t>This deck (less these LLM slides) has 52.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Claude</a:t>
            </a:r>
            <a:endParaRPr/>
          </a:p>
        </p:txBody>
      </p:sp>
      <p:sp>
        <p:nvSpPr>
          <p:cNvPr id="213" name="Google Shape;213;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Oh my goodness it actually did it.</a:t>
            </a:r>
            <a:endParaRPr/>
          </a:p>
        </p:txBody>
      </p:sp>
      <p:pic>
        <p:nvPicPr>
          <p:cNvPr id="214" name="Google Shape;214;p25"/>
          <p:cNvPicPr preferRelativeResize="0"/>
          <p:nvPr/>
        </p:nvPicPr>
        <p:blipFill>
          <a:blip r:embed="rId3">
            <a:alphaModFix/>
          </a:blip>
          <a:stretch>
            <a:fillRect/>
          </a:stretch>
        </p:blipFill>
        <p:spPr>
          <a:xfrm>
            <a:off x="84025" y="1819013"/>
            <a:ext cx="3736850" cy="2083325"/>
          </a:xfrm>
          <a:prstGeom prst="rect">
            <a:avLst/>
          </a:prstGeom>
          <a:noFill/>
          <a:ln cap="flat" cmpd="sng" w="19050">
            <a:solidFill>
              <a:schemeClr val="dk2"/>
            </a:solidFill>
            <a:prstDash val="solid"/>
            <a:round/>
            <a:headEnd len="sm" w="sm" type="none"/>
            <a:tailEnd len="sm" w="sm" type="none"/>
          </a:ln>
        </p:spPr>
      </p:pic>
      <p:pic>
        <p:nvPicPr>
          <p:cNvPr id="215" name="Google Shape;215;p25"/>
          <p:cNvPicPr preferRelativeResize="0"/>
          <p:nvPr/>
        </p:nvPicPr>
        <p:blipFill>
          <a:blip r:embed="rId4">
            <a:alphaModFix/>
          </a:blip>
          <a:stretch>
            <a:fillRect/>
          </a:stretch>
        </p:blipFill>
        <p:spPr>
          <a:xfrm>
            <a:off x="4048550" y="2214225"/>
            <a:ext cx="4991375" cy="2812626"/>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Vote:</a:t>
            </a:r>
            <a:endParaRPr/>
          </a:p>
          <a:p>
            <a:pPr indent="0" lvl="0" marL="0" rtl="0" algn="l">
              <a:spcBef>
                <a:spcPts val="0"/>
              </a:spcBef>
              <a:spcAft>
                <a:spcPts val="0"/>
              </a:spcAft>
              <a:buNone/>
            </a:pPr>
            <a:r>
              <a:rPr lang="en"/>
              <a:t>Do you want to see Matthew’s slides, or Claude’s slides???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
        <p:nvSpPr>
          <p:cNvPr id="226" name="Google Shape;22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A quick note about expectation</a:t>
            </a:r>
            <a:endParaRPr/>
          </a:p>
          <a:p>
            <a:pPr indent="-342900" lvl="0" marL="457200" rtl="0" algn="l">
              <a:spcBef>
                <a:spcPts val="0"/>
              </a:spcBef>
              <a:spcAft>
                <a:spcPts val="0"/>
              </a:spcAft>
              <a:buSzPts val="1800"/>
              <a:buAutoNum type="arabicPeriod"/>
            </a:pPr>
            <a:r>
              <a:rPr lang="en"/>
              <a:t>Joint random variables, continued (Bayes rule, law of total probability)</a:t>
            </a:r>
            <a:endParaRPr/>
          </a:p>
          <a:p>
            <a:pPr indent="-342900" lvl="0" marL="457200" rtl="0" algn="l">
              <a:spcBef>
                <a:spcPts val="0"/>
              </a:spcBef>
              <a:spcAft>
                <a:spcPts val="0"/>
              </a:spcAft>
              <a:buSzPts val="1800"/>
              <a:buAutoNum type="arabicPeriod"/>
            </a:pPr>
            <a:r>
              <a:rPr lang="en"/>
              <a:t>Bayesian Statistics</a:t>
            </a:r>
            <a:endParaRPr/>
          </a:p>
          <a:p>
            <a:pPr indent="-342900" lvl="0" marL="457200" rtl="0" algn="l">
              <a:spcBef>
                <a:spcPts val="0"/>
              </a:spcBef>
              <a:spcAft>
                <a:spcPts val="0"/>
              </a:spcAft>
              <a:buSzPts val="1800"/>
              <a:buAutoNum type="arabicPeriod"/>
            </a:pPr>
            <a:r>
              <a:rPr lang="en"/>
              <a:t>Information Theory and Geometry</a:t>
            </a:r>
            <a:endParaRPr/>
          </a:p>
          <a:p>
            <a:pPr indent="-342900" lvl="0" marL="457200" rtl="0" algn="l">
              <a:spcBef>
                <a:spcPts val="0"/>
              </a:spcBef>
              <a:spcAft>
                <a:spcPts val="0"/>
              </a:spcAft>
              <a:buSzPts val="1800"/>
              <a:buAutoNum type="arabicPeriod"/>
            </a:pPr>
            <a:r>
              <a:rPr lang="en"/>
              <a:t>Statistics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Expectation and the law of large numbers</a:t>
            </a:r>
            <a:endParaRPr/>
          </a:p>
        </p:txBody>
      </p:sp>
      <p:sp>
        <p:nvSpPr>
          <p:cNvPr id="232" name="Google Shape;23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Expectation is useful in statistics because the probability that an average of observed independent samples will converge to the true expected value approaches 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Expectation and the law of large numbers</a:t>
            </a:r>
            <a:endParaRPr/>
          </a:p>
        </p:txBody>
      </p:sp>
      <p:sp>
        <p:nvSpPr>
          <p:cNvPr id="238" name="Google Shape;23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Expectation is useful in statistics because the probability that an average of observed independent samples will converge to the true expected value approaches 1.</a:t>
            </a:r>
            <a:endParaRPr/>
          </a:p>
        </p:txBody>
      </p:sp>
      <p:pic>
        <p:nvPicPr>
          <p:cNvPr id="239" name="Google Shape;239;p29"/>
          <p:cNvPicPr preferRelativeResize="0"/>
          <p:nvPr/>
        </p:nvPicPr>
        <p:blipFill>
          <a:blip r:embed="rId3">
            <a:alphaModFix/>
          </a:blip>
          <a:stretch>
            <a:fillRect/>
          </a:stretch>
        </p:blipFill>
        <p:spPr>
          <a:xfrm>
            <a:off x="521325" y="2719150"/>
            <a:ext cx="8101350" cy="1507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0" title="PXL_20260119_170835675.jpg"/>
          <p:cNvPicPr preferRelativeResize="0"/>
          <p:nvPr/>
        </p:nvPicPr>
        <p:blipFill>
          <a:blip r:embed="rId3">
            <a:alphaModFix/>
          </a:blip>
          <a:stretch>
            <a:fillRect/>
          </a:stretch>
        </p:blipFill>
        <p:spPr>
          <a:xfrm>
            <a:off x="2606275" y="152400"/>
            <a:ext cx="3931445" cy="48387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Given a joint distribution, what is a marginal?</a:t>
            </a:r>
            <a:endParaRPr/>
          </a:p>
        </p:txBody>
      </p:sp>
      <p:sp>
        <p:nvSpPr>
          <p:cNvPr id="250" name="Google Shape;250;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Joint, </a:t>
            </a:r>
            <a:r>
              <a:rPr lang="en">
                <a:latin typeface="Droid Serif"/>
                <a:ea typeface="Droid Serif"/>
                <a:cs typeface="Droid Serif"/>
                <a:sym typeface="Droid Serif"/>
              </a:rPr>
              <a:t>𝑃(𝑌, 𝑋)</a:t>
            </a:r>
            <a:endParaRPr/>
          </a:p>
          <a:p>
            <a:pPr indent="-342900" lvl="0" marL="457200" rtl="0" algn="l">
              <a:spcBef>
                <a:spcPts val="0"/>
              </a:spcBef>
              <a:spcAft>
                <a:spcPts val="0"/>
              </a:spcAft>
              <a:buSzPts val="1800"/>
              <a:buChar char="●"/>
            </a:pPr>
            <a:r>
              <a:rPr lang="en"/>
              <a:t>Marginal </a:t>
            </a:r>
            <a:r>
              <a:rPr lang="en">
                <a:latin typeface="Droid Serif"/>
                <a:ea typeface="Droid Serif"/>
                <a:cs typeface="Droid Serif"/>
                <a:sym typeface="Droid Serif"/>
              </a:rPr>
              <a:t>𝑃(𝑋)</a:t>
            </a:r>
            <a:r>
              <a:rPr lang="en"/>
              <a:t> =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32"/>
          <p:cNvPicPr preferRelativeResize="0"/>
          <p:nvPr/>
        </p:nvPicPr>
        <p:blipFill>
          <a:blip r:embed="rId3">
            <a:alphaModFix/>
          </a:blip>
          <a:stretch>
            <a:fillRect/>
          </a:stretch>
        </p:blipFill>
        <p:spPr>
          <a:xfrm>
            <a:off x="575863" y="943425"/>
            <a:ext cx="7992275" cy="3256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3"/>
          <p:cNvPicPr preferRelativeResize="0"/>
          <p:nvPr/>
        </p:nvPicPr>
        <p:blipFill>
          <a:blip r:embed="rId3">
            <a:alphaModFix/>
          </a:blip>
          <a:stretch>
            <a:fillRect/>
          </a:stretch>
        </p:blipFill>
        <p:spPr>
          <a:xfrm>
            <a:off x="575863" y="943425"/>
            <a:ext cx="7992275" cy="3256650"/>
          </a:xfrm>
          <a:prstGeom prst="rect">
            <a:avLst/>
          </a:prstGeom>
          <a:noFill/>
          <a:ln>
            <a:noFill/>
          </a:ln>
        </p:spPr>
      </p:pic>
      <p:sp>
        <p:nvSpPr>
          <p:cNvPr id="261" name="Google Shape;261;p33"/>
          <p:cNvSpPr/>
          <p:nvPr/>
        </p:nvSpPr>
        <p:spPr>
          <a:xfrm>
            <a:off x="464025" y="746375"/>
            <a:ext cx="1244100" cy="3592200"/>
          </a:xfrm>
          <a:prstGeom prst="rect">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Because unions sum!</a:t>
            </a:r>
            <a:endParaRPr/>
          </a:p>
        </p:txBody>
      </p:sp>
      <p:sp>
        <p:nvSpPr>
          <p:cNvPr id="267" name="Google Shape;267;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999999"/>
                </a:solidFill>
              </a:rPr>
              <a:t>Formally, a probability triple </a:t>
            </a:r>
            <a:r>
              <a:rPr lang="en">
                <a:solidFill>
                  <a:srgbClr val="999999"/>
                </a:solidFill>
                <a:latin typeface="Droid Serif"/>
                <a:ea typeface="Droid Serif"/>
                <a:cs typeface="Droid Serif"/>
                <a:sym typeface="Droid Serif"/>
              </a:rPr>
              <a:t>(𝑋, 𝛴, 𝑃)</a:t>
            </a:r>
            <a:r>
              <a:rPr lang="en">
                <a:solidFill>
                  <a:srgbClr val="999999"/>
                </a:solidFill>
              </a:rPr>
              <a:t> is a tuple of three things:</a:t>
            </a:r>
            <a:endParaRPr>
              <a:solidFill>
                <a:srgbClr val="999999"/>
              </a:solidFill>
            </a:endParaRPr>
          </a:p>
          <a:p>
            <a:pPr indent="-342900" lvl="0" marL="457200" rtl="0" algn="l">
              <a:spcBef>
                <a:spcPts val="1200"/>
              </a:spcBef>
              <a:spcAft>
                <a:spcPts val="0"/>
              </a:spcAft>
              <a:buClr>
                <a:srgbClr val="999999"/>
              </a:buClr>
              <a:buSzPts val="1800"/>
              <a:buAutoNum type="arabicPeriod"/>
            </a:pPr>
            <a:r>
              <a:rPr lang="en">
                <a:solidFill>
                  <a:srgbClr val="999999"/>
                </a:solidFill>
              </a:rPr>
              <a:t>A set of possible samples the random variable can take: 𝑋</a:t>
            </a:r>
            <a:endParaRPr>
              <a:solidFill>
                <a:srgbClr val="999999"/>
              </a:solidFill>
            </a:endParaRPr>
          </a:p>
          <a:p>
            <a:pPr indent="-342900" lvl="0" marL="457200" rtl="0" algn="l">
              <a:spcBef>
                <a:spcPts val="0"/>
              </a:spcBef>
              <a:spcAft>
                <a:spcPts val="0"/>
              </a:spcAft>
              <a:buClr>
                <a:srgbClr val="999999"/>
              </a:buClr>
              <a:buSzPts val="1800"/>
              <a:buAutoNum type="arabicPeriod"/>
            </a:pPr>
            <a:r>
              <a:rPr lang="en">
                <a:solidFill>
                  <a:srgbClr val="999999"/>
                </a:solidFill>
              </a:rPr>
              <a:t>The set of possible “events” that you are allowed to consider over these samples: </a:t>
            </a:r>
            <a:r>
              <a:rPr lang="en">
                <a:solidFill>
                  <a:srgbClr val="999999"/>
                </a:solidFill>
                <a:latin typeface="Droid Serif"/>
                <a:ea typeface="Droid Serif"/>
                <a:cs typeface="Droid Serif"/>
                <a:sym typeface="Droid Serif"/>
              </a:rPr>
              <a:t>𝛴 ⊆ 2</a:t>
            </a:r>
            <a:r>
              <a:rPr baseline="30000" lang="en">
                <a:solidFill>
                  <a:srgbClr val="999999"/>
                </a:solidFill>
                <a:latin typeface="Droid Serif"/>
                <a:ea typeface="Droid Serif"/>
                <a:cs typeface="Droid Serif"/>
                <a:sym typeface="Droid Serif"/>
              </a:rPr>
              <a:t>𝑋</a:t>
            </a:r>
            <a:endParaRPr baseline="30000">
              <a:solidFill>
                <a:srgbClr val="999999"/>
              </a:solidFill>
              <a:latin typeface="Droid Serif"/>
              <a:ea typeface="Droid Serif"/>
              <a:cs typeface="Droid Serif"/>
              <a:sym typeface="Droid Serif"/>
            </a:endParaRPr>
          </a:p>
          <a:p>
            <a:pPr indent="-342900" lvl="0" marL="457200" rtl="0" algn="l">
              <a:spcBef>
                <a:spcPts val="0"/>
              </a:spcBef>
              <a:spcAft>
                <a:spcPts val="0"/>
              </a:spcAft>
              <a:buClr>
                <a:srgbClr val="999999"/>
              </a:buClr>
              <a:buSzPts val="1800"/>
              <a:buAutoNum type="arabicPeriod"/>
            </a:pPr>
            <a:r>
              <a:rPr lang="en">
                <a:solidFill>
                  <a:srgbClr val="999999"/>
                </a:solidFill>
              </a:rPr>
              <a:t>A measure over these samples and events that is a valid probability measure: 𝑃</a:t>
            </a:r>
            <a:r>
              <a:rPr lang="en">
                <a:solidFill>
                  <a:srgbClr val="999999"/>
                </a:solidFill>
                <a:latin typeface="Droid Serif"/>
                <a:ea typeface="Droid Serif"/>
                <a:cs typeface="Droid Serif"/>
                <a:sym typeface="Droid Serif"/>
              </a:rPr>
              <a:t>: 𝛴 → [0, 1]</a:t>
            </a:r>
            <a:r>
              <a:rPr lang="en">
                <a:solidFill>
                  <a:srgbClr val="999999"/>
                </a:solidFill>
              </a:rPr>
              <a:t>.</a:t>
            </a:r>
            <a:endParaRPr>
              <a:solidFill>
                <a:srgbClr val="999999"/>
              </a:solidFill>
            </a:endParaRPr>
          </a:p>
          <a:p>
            <a:pPr indent="-317500" lvl="1" marL="914400" rtl="0" algn="l">
              <a:spcBef>
                <a:spcPts val="0"/>
              </a:spcBef>
              <a:spcAft>
                <a:spcPts val="0"/>
              </a:spcAft>
              <a:buClr>
                <a:srgbClr val="999999"/>
              </a:buClr>
              <a:buSzPts val="1400"/>
              <a:buAutoNum type="alphaLcPeriod"/>
            </a:pPr>
            <a:r>
              <a:rPr lang="en">
                <a:solidFill>
                  <a:srgbClr val="999999"/>
                </a:solidFill>
              </a:rPr>
              <a:t>𝑃</a:t>
            </a:r>
            <a:r>
              <a:rPr lang="en">
                <a:solidFill>
                  <a:srgbClr val="999999"/>
                </a:solidFill>
                <a:latin typeface="Droid Serif"/>
                <a:ea typeface="Droid Serif"/>
                <a:cs typeface="Droid Serif"/>
                <a:sym typeface="Droid Serif"/>
              </a:rPr>
              <a:t>(𝑋) = 1</a:t>
            </a:r>
            <a:endParaRPr>
              <a:solidFill>
                <a:srgbClr val="999999"/>
              </a:solidFill>
              <a:latin typeface="Droid Serif"/>
              <a:ea typeface="Droid Serif"/>
              <a:cs typeface="Droid Serif"/>
              <a:sym typeface="Droid Serif"/>
            </a:endParaRPr>
          </a:p>
          <a:p>
            <a:pPr indent="-317500" lvl="1" marL="914400" rtl="0" algn="l">
              <a:spcBef>
                <a:spcPts val="0"/>
              </a:spcBef>
              <a:spcAft>
                <a:spcPts val="0"/>
              </a:spcAft>
              <a:buClr>
                <a:schemeClr val="dk1"/>
              </a:buClr>
              <a:buSzPts val="1400"/>
              <a:buAutoNum type="alphaLcPeriod"/>
            </a:pPr>
            <a:r>
              <a:rPr lang="en">
                <a:solidFill>
                  <a:schemeClr val="dk1"/>
                </a:solidFill>
                <a:highlight>
                  <a:srgbClr val="FFF2CC"/>
                </a:highlight>
              </a:rPr>
              <a:t>For disjoint </a:t>
            </a:r>
            <a:r>
              <a:rPr baseline="-25000" lang="en">
                <a:solidFill>
                  <a:schemeClr val="dk1"/>
                </a:solidFill>
                <a:highlight>
                  <a:srgbClr val="FFF2CC"/>
                </a:highlight>
                <a:latin typeface="Droid Serif"/>
                <a:ea typeface="Droid Serif"/>
                <a:cs typeface="Droid Serif"/>
                <a:sym typeface="Droid Serif"/>
              </a:rPr>
              <a:t> </a:t>
            </a:r>
            <a:r>
              <a:rPr lang="en">
                <a:solidFill>
                  <a:schemeClr val="dk1"/>
                </a:solidFill>
                <a:highlight>
                  <a:srgbClr val="FFF2CC"/>
                </a:highlight>
                <a:latin typeface="Droid Serif"/>
                <a:ea typeface="Droid Serif"/>
                <a:cs typeface="Droid Serif"/>
                <a:sym typeface="Droid Serif"/>
              </a:rPr>
              <a:t>𝐴</a:t>
            </a:r>
            <a:r>
              <a:rPr baseline="-25000" lang="en">
                <a:solidFill>
                  <a:schemeClr val="dk1"/>
                </a:solidFill>
                <a:highlight>
                  <a:srgbClr val="FFF2CC"/>
                </a:highlight>
                <a:latin typeface="Droid Serif"/>
                <a:ea typeface="Droid Serif"/>
                <a:cs typeface="Droid Serif"/>
                <a:sym typeface="Droid Serif"/>
              </a:rPr>
              <a:t>𝑖</a:t>
            </a:r>
            <a:r>
              <a:rPr lang="en">
                <a:solidFill>
                  <a:schemeClr val="dk1"/>
                </a:solidFill>
                <a:highlight>
                  <a:srgbClr val="FFF2CC"/>
                </a:highlight>
                <a:latin typeface="Droid Serif"/>
                <a:ea typeface="Droid Serif"/>
                <a:cs typeface="Droid Serif"/>
                <a:sym typeface="Droid Serif"/>
              </a:rPr>
              <a:t>∈𝛴</a:t>
            </a:r>
            <a:r>
              <a:rPr lang="en">
                <a:solidFill>
                  <a:schemeClr val="dk1"/>
                </a:solidFill>
                <a:highlight>
                  <a:srgbClr val="FFF2CC"/>
                </a:highlight>
              </a:rPr>
              <a:t>, 𝑃</a:t>
            </a:r>
            <a:r>
              <a:rPr lang="en">
                <a:solidFill>
                  <a:schemeClr val="dk1"/>
                </a:solidFill>
                <a:highlight>
                  <a:srgbClr val="FFF2CC"/>
                </a:highlight>
                <a:latin typeface="Droid Serif"/>
                <a:ea typeface="Droid Serif"/>
                <a:cs typeface="Droid Serif"/>
                <a:sym typeface="Droid Serif"/>
              </a:rPr>
              <a:t>(⋃</a:t>
            </a:r>
            <a:r>
              <a:rPr baseline="-25000" lang="en">
                <a:solidFill>
                  <a:schemeClr val="dk1"/>
                </a:solidFill>
                <a:highlight>
                  <a:srgbClr val="FFF2CC"/>
                </a:highlight>
                <a:latin typeface="Droid Serif"/>
                <a:ea typeface="Droid Serif"/>
                <a:cs typeface="Droid Serif"/>
                <a:sym typeface="Droid Serif"/>
              </a:rPr>
              <a:t>𝑖 </a:t>
            </a:r>
            <a:r>
              <a:rPr lang="en">
                <a:solidFill>
                  <a:schemeClr val="dk1"/>
                </a:solidFill>
                <a:highlight>
                  <a:srgbClr val="FFF2CC"/>
                </a:highlight>
                <a:latin typeface="Droid Serif"/>
                <a:ea typeface="Droid Serif"/>
                <a:cs typeface="Droid Serif"/>
                <a:sym typeface="Droid Serif"/>
              </a:rPr>
              <a:t>𝐴</a:t>
            </a:r>
            <a:r>
              <a:rPr baseline="-25000" lang="en">
                <a:solidFill>
                  <a:schemeClr val="dk1"/>
                </a:solidFill>
                <a:highlight>
                  <a:srgbClr val="FFF2CC"/>
                </a:highlight>
                <a:latin typeface="Droid Serif"/>
                <a:ea typeface="Droid Serif"/>
                <a:cs typeface="Droid Serif"/>
                <a:sym typeface="Droid Serif"/>
              </a:rPr>
              <a:t>𝑖</a:t>
            </a:r>
            <a:r>
              <a:rPr lang="en">
                <a:solidFill>
                  <a:schemeClr val="dk1"/>
                </a:solidFill>
                <a:highlight>
                  <a:srgbClr val="FFF2CC"/>
                </a:highlight>
                <a:latin typeface="Droid Serif"/>
                <a:ea typeface="Droid Serif"/>
                <a:cs typeface="Droid Serif"/>
                <a:sym typeface="Droid Serif"/>
              </a:rPr>
              <a:t>) = ∑</a:t>
            </a:r>
            <a:r>
              <a:rPr baseline="-25000" lang="en">
                <a:solidFill>
                  <a:schemeClr val="dk1"/>
                </a:solidFill>
                <a:highlight>
                  <a:srgbClr val="FFF2CC"/>
                </a:highlight>
                <a:latin typeface="Droid Serif"/>
                <a:ea typeface="Droid Serif"/>
                <a:cs typeface="Droid Serif"/>
                <a:sym typeface="Droid Serif"/>
              </a:rPr>
              <a:t>𝑖 </a:t>
            </a:r>
            <a:r>
              <a:rPr lang="en">
                <a:solidFill>
                  <a:schemeClr val="dk1"/>
                </a:solidFill>
                <a:highlight>
                  <a:srgbClr val="FFF2CC"/>
                </a:highlight>
              </a:rPr>
              <a:t>𝑃</a:t>
            </a:r>
            <a:r>
              <a:rPr lang="en">
                <a:solidFill>
                  <a:schemeClr val="dk1"/>
                </a:solidFill>
                <a:highlight>
                  <a:srgbClr val="FFF2CC"/>
                </a:highlight>
                <a:latin typeface="Droid Serif"/>
                <a:ea typeface="Droid Serif"/>
                <a:cs typeface="Droid Serif"/>
                <a:sym typeface="Droid Serif"/>
              </a:rPr>
              <a:t>(𝐴</a:t>
            </a:r>
            <a:r>
              <a:rPr baseline="-25000" lang="en">
                <a:solidFill>
                  <a:schemeClr val="dk1"/>
                </a:solidFill>
                <a:highlight>
                  <a:srgbClr val="FFF2CC"/>
                </a:highlight>
                <a:latin typeface="Droid Serif"/>
                <a:ea typeface="Droid Serif"/>
                <a:cs typeface="Droid Serif"/>
                <a:sym typeface="Droid Serif"/>
              </a:rPr>
              <a:t>𝑖</a:t>
            </a:r>
            <a:r>
              <a:rPr lang="en">
                <a:solidFill>
                  <a:schemeClr val="dk1"/>
                </a:solidFill>
                <a:highlight>
                  <a:srgbClr val="FFF2CC"/>
                </a:highlight>
                <a:latin typeface="Droid Serif"/>
                <a:ea typeface="Droid Serif"/>
                <a:cs typeface="Droid Serif"/>
                <a:sym typeface="Droid Serif"/>
              </a:rPr>
              <a:t>)</a:t>
            </a:r>
            <a:endParaRPr>
              <a:solidFill>
                <a:schemeClr val="dk1"/>
              </a:solidFill>
              <a:highlight>
                <a:srgbClr val="FFF2CC"/>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Marginal is the integral over the joint!</a:t>
            </a:r>
            <a:endParaRPr/>
          </a:p>
        </p:txBody>
      </p:sp>
      <p:sp>
        <p:nvSpPr>
          <p:cNvPr id="273" name="Google Shape;273;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Joint, </a:t>
            </a:r>
            <a:r>
              <a:rPr lang="en">
                <a:latin typeface="Droid Serif"/>
                <a:ea typeface="Droid Serif"/>
                <a:cs typeface="Droid Serif"/>
                <a:sym typeface="Droid Serif"/>
              </a:rPr>
              <a:t>𝑃(𝑌, 𝑋)</a:t>
            </a:r>
            <a:endParaRPr/>
          </a:p>
          <a:p>
            <a:pPr indent="-342900" lvl="0" marL="457200" rtl="0" algn="l">
              <a:spcBef>
                <a:spcPts val="0"/>
              </a:spcBef>
              <a:spcAft>
                <a:spcPts val="0"/>
              </a:spcAft>
              <a:buSzPts val="1800"/>
              <a:buChar char="●"/>
            </a:pPr>
            <a:r>
              <a:rPr lang="en"/>
              <a:t>Marginal: </a:t>
            </a:r>
            <a:endParaRPr/>
          </a:p>
        </p:txBody>
      </p:sp>
      <p:pic>
        <p:nvPicPr>
          <p:cNvPr id="274" name="Google Shape;274;p35"/>
          <p:cNvPicPr preferRelativeResize="0"/>
          <p:nvPr/>
        </p:nvPicPr>
        <p:blipFill>
          <a:blip r:embed="rId3">
            <a:alphaModFix/>
          </a:blip>
          <a:stretch>
            <a:fillRect/>
          </a:stretch>
        </p:blipFill>
        <p:spPr>
          <a:xfrm>
            <a:off x="2410700" y="2600600"/>
            <a:ext cx="4322600" cy="1181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And the conditional?</a:t>
            </a:r>
            <a:endParaRPr/>
          </a:p>
        </p:txBody>
      </p:sp>
      <p:sp>
        <p:nvSpPr>
          <p:cNvPr id="280" name="Google Shape;28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Joint, </a:t>
            </a:r>
            <a:r>
              <a:rPr lang="en">
                <a:latin typeface="Droid Serif"/>
                <a:ea typeface="Droid Serif"/>
                <a:cs typeface="Droid Serif"/>
                <a:sym typeface="Droid Serif"/>
              </a:rPr>
              <a:t>𝑃(𝑌, 𝑋)</a:t>
            </a:r>
            <a:endParaRPr/>
          </a:p>
          <a:p>
            <a:pPr indent="-342900" lvl="0" marL="457200" rtl="0" algn="l">
              <a:spcBef>
                <a:spcPts val="0"/>
              </a:spcBef>
              <a:spcAft>
                <a:spcPts val="0"/>
              </a:spcAft>
              <a:buSzPts val="1800"/>
              <a:buChar char="●"/>
            </a:pPr>
            <a:r>
              <a:rPr lang="en"/>
              <a:t>Marginal </a:t>
            </a:r>
            <a:endParaRPr/>
          </a:p>
          <a:p>
            <a:pPr indent="-342900" lvl="0" marL="457200" rtl="0" algn="l">
              <a:spcBef>
                <a:spcPts val="0"/>
              </a:spcBef>
              <a:spcAft>
                <a:spcPts val="0"/>
              </a:spcAft>
              <a:buSzPts val="1800"/>
              <a:buChar char="●"/>
            </a:pPr>
            <a:r>
              <a:rPr lang="en"/>
              <a:t>Conditional </a:t>
            </a:r>
            <a:r>
              <a:rPr lang="en">
                <a:latin typeface="Droid Serif"/>
                <a:ea typeface="Droid Serif"/>
                <a:cs typeface="Droid Serif"/>
                <a:sym typeface="Droid Serif"/>
              </a:rPr>
              <a:t>𝑃(𝑌 | 𝑋)</a:t>
            </a:r>
            <a:r>
              <a:rPr lang="en"/>
              <a:t> = ?</a:t>
            </a:r>
            <a:endParaRPr/>
          </a:p>
        </p:txBody>
      </p:sp>
      <p:pic>
        <p:nvPicPr>
          <p:cNvPr id="281" name="Google Shape;281;p36"/>
          <p:cNvPicPr preferRelativeResize="0"/>
          <p:nvPr/>
        </p:nvPicPr>
        <p:blipFill>
          <a:blip r:embed="rId3">
            <a:alphaModFix/>
          </a:blip>
          <a:stretch>
            <a:fillRect/>
          </a:stretch>
        </p:blipFill>
        <p:spPr>
          <a:xfrm>
            <a:off x="1779650" y="1517175"/>
            <a:ext cx="1464625" cy="400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37"/>
          <p:cNvPicPr preferRelativeResize="0"/>
          <p:nvPr/>
        </p:nvPicPr>
        <p:blipFill>
          <a:blip r:embed="rId3">
            <a:alphaModFix/>
          </a:blip>
          <a:stretch>
            <a:fillRect/>
          </a:stretch>
        </p:blipFill>
        <p:spPr>
          <a:xfrm>
            <a:off x="575863" y="943425"/>
            <a:ext cx="7992275" cy="3256650"/>
          </a:xfrm>
          <a:prstGeom prst="rect">
            <a:avLst/>
          </a:prstGeom>
          <a:noFill/>
          <a:ln>
            <a:noFill/>
          </a:ln>
        </p:spPr>
      </p:pic>
      <p:sp>
        <p:nvSpPr>
          <p:cNvPr id="287" name="Google Shape;287;p37"/>
          <p:cNvSpPr/>
          <p:nvPr/>
        </p:nvSpPr>
        <p:spPr>
          <a:xfrm>
            <a:off x="519950" y="2018275"/>
            <a:ext cx="1132200" cy="553500"/>
          </a:xfrm>
          <a:prstGeom prst="rect">
            <a:avLst/>
          </a:prstGeom>
          <a:noFill/>
          <a:ln cap="flat" cmpd="sng" w="7620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38"/>
          <p:cNvPicPr preferRelativeResize="0"/>
          <p:nvPr/>
        </p:nvPicPr>
        <p:blipFill>
          <a:blip r:embed="rId3">
            <a:alphaModFix/>
          </a:blip>
          <a:stretch>
            <a:fillRect/>
          </a:stretch>
        </p:blipFill>
        <p:spPr>
          <a:xfrm>
            <a:off x="575863" y="943425"/>
            <a:ext cx="7992275" cy="3256650"/>
          </a:xfrm>
          <a:prstGeom prst="rect">
            <a:avLst/>
          </a:prstGeom>
          <a:noFill/>
          <a:ln>
            <a:noFill/>
          </a:ln>
        </p:spPr>
      </p:pic>
      <p:sp>
        <p:nvSpPr>
          <p:cNvPr id="293" name="Google Shape;293;p38"/>
          <p:cNvSpPr/>
          <p:nvPr/>
        </p:nvSpPr>
        <p:spPr>
          <a:xfrm>
            <a:off x="408125" y="746375"/>
            <a:ext cx="1356000" cy="3592200"/>
          </a:xfrm>
          <a:prstGeom prst="rect">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
        <p:nvSpPr>
          <p:cNvPr id="294" name="Google Shape;294;p38"/>
          <p:cNvSpPr/>
          <p:nvPr/>
        </p:nvSpPr>
        <p:spPr>
          <a:xfrm>
            <a:off x="519950" y="2018275"/>
            <a:ext cx="1132200" cy="553500"/>
          </a:xfrm>
          <a:prstGeom prst="rect">
            <a:avLst/>
          </a:prstGeom>
          <a:noFill/>
          <a:ln cap="flat" cmpd="sng" w="7620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Joint, </a:t>
            </a:r>
            <a:r>
              <a:rPr lang="en">
                <a:latin typeface="Droid Serif"/>
                <a:ea typeface="Droid Serif"/>
                <a:cs typeface="Droid Serif"/>
                <a:sym typeface="Droid Serif"/>
              </a:rPr>
              <a:t>𝑃(𝑌, 𝑋)</a:t>
            </a:r>
            <a:endParaRPr/>
          </a:p>
          <a:p>
            <a:pPr indent="-342900" lvl="0" marL="457200" rtl="0" algn="l">
              <a:spcBef>
                <a:spcPts val="0"/>
              </a:spcBef>
              <a:spcAft>
                <a:spcPts val="0"/>
              </a:spcAft>
              <a:buSzPts val="1800"/>
              <a:buChar char="●"/>
            </a:pPr>
            <a:r>
              <a:rPr lang="en"/>
              <a:t>Marginal </a:t>
            </a:r>
            <a:endParaRPr/>
          </a:p>
          <a:p>
            <a:pPr indent="-342900" lvl="0" marL="457200" rtl="0" algn="l">
              <a:spcBef>
                <a:spcPts val="0"/>
              </a:spcBef>
              <a:spcAft>
                <a:spcPts val="0"/>
              </a:spcAft>
              <a:buSzPts val="1800"/>
              <a:buChar char="●"/>
            </a:pPr>
            <a:r>
              <a:rPr lang="en"/>
              <a:t>Conditional </a:t>
            </a:r>
            <a:endParaRPr/>
          </a:p>
        </p:txBody>
      </p:sp>
      <p:pic>
        <p:nvPicPr>
          <p:cNvPr id="300" name="Google Shape;300;p39"/>
          <p:cNvPicPr preferRelativeResize="0"/>
          <p:nvPr/>
        </p:nvPicPr>
        <p:blipFill rotWithShape="1">
          <a:blip r:embed="rId3">
            <a:alphaModFix/>
          </a:blip>
          <a:srcRect b="0" l="0" r="45849" t="0"/>
          <a:stretch/>
        </p:blipFill>
        <p:spPr>
          <a:xfrm>
            <a:off x="2067425" y="1777675"/>
            <a:ext cx="1609425" cy="498200"/>
          </a:xfrm>
          <a:prstGeom prst="rect">
            <a:avLst/>
          </a:prstGeom>
          <a:noFill/>
          <a:ln>
            <a:noFill/>
          </a:ln>
        </p:spPr>
      </p:pic>
      <p:sp>
        <p:nvSpPr>
          <p:cNvPr id="301" name="Google Shape;30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Conditional is the joint, renormalized</a:t>
            </a:r>
            <a:endParaRPr/>
          </a:p>
        </p:txBody>
      </p:sp>
      <p:pic>
        <p:nvPicPr>
          <p:cNvPr id="302" name="Google Shape;302;p39"/>
          <p:cNvPicPr preferRelativeResize="0"/>
          <p:nvPr/>
        </p:nvPicPr>
        <p:blipFill>
          <a:blip r:embed="rId4">
            <a:alphaModFix/>
          </a:blip>
          <a:stretch>
            <a:fillRect/>
          </a:stretch>
        </p:blipFill>
        <p:spPr>
          <a:xfrm>
            <a:off x="1779650" y="1517175"/>
            <a:ext cx="1464625" cy="400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40"/>
          <p:cNvPicPr preferRelativeResize="0"/>
          <p:nvPr/>
        </p:nvPicPr>
        <p:blipFill>
          <a:blip r:embed="rId3">
            <a:alphaModFix/>
          </a:blip>
          <a:stretch>
            <a:fillRect/>
          </a:stretch>
        </p:blipFill>
        <p:spPr>
          <a:xfrm>
            <a:off x="2067426" y="1777686"/>
            <a:ext cx="2972198" cy="498200"/>
          </a:xfrm>
          <a:prstGeom prst="rect">
            <a:avLst/>
          </a:prstGeom>
          <a:noFill/>
          <a:ln>
            <a:noFill/>
          </a:ln>
        </p:spPr>
      </p:pic>
      <p:sp>
        <p:nvSpPr>
          <p:cNvPr id="308" name="Google Shape;308;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Joint, </a:t>
            </a:r>
            <a:r>
              <a:rPr lang="en">
                <a:latin typeface="Droid Serif"/>
                <a:ea typeface="Droid Serif"/>
                <a:cs typeface="Droid Serif"/>
                <a:sym typeface="Droid Serif"/>
              </a:rPr>
              <a:t>𝑃(𝑌, 𝑋)</a:t>
            </a:r>
            <a:endParaRPr/>
          </a:p>
          <a:p>
            <a:pPr indent="-342900" lvl="0" marL="457200" rtl="0" algn="l">
              <a:spcBef>
                <a:spcPts val="0"/>
              </a:spcBef>
              <a:spcAft>
                <a:spcPts val="0"/>
              </a:spcAft>
              <a:buSzPts val="1800"/>
              <a:buChar char="●"/>
            </a:pPr>
            <a:r>
              <a:rPr lang="en"/>
              <a:t>Marginal </a:t>
            </a:r>
            <a:endParaRPr/>
          </a:p>
          <a:p>
            <a:pPr indent="-342900" lvl="0" marL="457200" rtl="0" algn="l">
              <a:spcBef>
                <a:spcPts val="0"/>
              </a:spcBef>
              <a:spcAft>
                <a:spcPts val="0"/>
              </a:spcAft>
              <a:buSzPts val="1800"/>
              <a:buChar char="●"/>
            </a:pPr>
            <a:r>
              <a:rPr lang="en"/>
              <a:t>Conditional </a:t>
            </a:r>
            <a:endParaRPr/>
          </a:p>
        </p:txBody>
      </p:sp>
      <p:sp>
        <p:nvSpPr>
          <p:cNvPr id="309" name="Google Shape;30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Conditional is the joint, renormalized</a:t>
            </a:r>
            <a:endParaRPr/>
          </a:p>
        </p:txBody>
      </p:sp>
      <p:pic>
        <p:nvPicPr>
          <p:cNvPr id="310" name="Google Shape;310;p40"/>
          <p:cNvPicPr preferRelativeResize="0"/>
          <p:nvPr/>
        </p:nvPicPr>
        <p:blipFill>
          <a:blip r:embed="rId4">
            <a:alphaModFix/>
          </a:blip>
          <a:stretch>
            <a:fillRect/>
          </a:stretch>
        </p:blipFill>
        <p:spPr>
          <a:xfrm>
            <a:off x="1779650" y="1517175"/>
            <a:ext cx="1464625" cy="400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about independent vs. dependent random variables?</a:t>
            </a:r>
            <a:endParaRPr/>
          </a:p>
        </p:txBody>
      </p:sp>
      <p:sp>
        <p:nvSpPr>
          <p:cNvPr id="316" name="Google Shape;316;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If x, y independent, then </a:t>
            </a:r>
            <a:r>
              <a:rPr lang="en">
                <a:latin typeface="Droid Serif"/>
                <a:ea typeface="Droid Serif"/>
                <a:cs typeface="Droid Serif"/>
                <a:sym typeface="Droid Serif"/>
              </a:rPr>
              <a:t>𝑃(𝑌, 𝑋)</a:t>
            </a:r>
            <a:r>
              <a:rPr lang="en"/>
              <a:t> = </a:t>
            </a:r>
            <a:r>
              <a:rPr lang="en">
                <a:latin typeface="Droid Serif"/>
                <a:ea typeface="Droid Serif"/>
                <a:cs typeface="Droid Serif"/>
                <a:sym typeface="Droid Serif"/>
              </a:rPr>
              <a:t>𝑃(𝑋)𝑃(𝑌)</a:t>
            </a:r>
            <a:r>
              <a:rPr lang="en"/>
              <a:t>, and </a:t>
            </a:r>
            <a:r>
              <a:rPr lang="en">
                <a:latin typeface="Droid Serif"/>
                <a:ea typeface="Droid Serif"/>
                <a:cs typeface="Droid Serif"/>
                <a:sym typeface="Droid Serif"/>
              </a:rPr>
              <a:t>𝑃(𝑋 | 𝑌)</a:t>
            </a:r>
            <a:r>
              <a:rPr lang="en"/>
              <a:t> = </a:t>
            </a:r>
            <a:r>
              <a:rPr lang="en">
                <a:latin typeface="Droid Serif"/>
                <a:ea typeface="Droid Serif"/>
                <a:cs typeface="Droid Serif"/>
                <a:sym typeface="Droid Serif"/>
              </a:rPr>
              <a:t>𝑃(𝑋)</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Bayes rule:</a:t>
            </a:r>
            <a:endParaRPr/>
          </a:p>
        </p:txBody>
      </p:sp>
      <p:sp>
        <p:nvSpPr>
          <p:cNvPr id="322" name="Google Shape;322;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latin typeface="Droid Serif"/>
                <a:ea typeface="Droid Serif"/>
                <a:cs typeface="Droid Serif"/>
                <a:sym typeface="Droid Serif"/>
              </a:rPr>
              <a:t>𝑃(𝑌 | 𝑋)</a:t>
            </a:r>
            <a:r>
              <a:rPr lang="en"/>
              <a:t> </a:t>
            </a:r>
            <a:r>
              <a:rPr lang="en">
                <a:latin typeface="Droid Serif"/>
                <a:ea typeface="Droid Serif"/>
                <a:cs typeface="Droid Serif"/>
                <a:sym typeface="Droid Serif"/>
              </a:rPr>
              <a:t>𝑃(𝑋)</a:t>
            </a:r>
            <a:r>
              <a:rPr lang="en"/>
              <a:t> = </a:t>
            </a:r>
            <a:r>
              <a:rPr lang="en">
                <a:latin typeface="Droid Serif"/>
                <a:ea typeface="Droid Serif"/>
                <a:cs typeface="Droid Serif"/>
                <a:sym typeface="Droid Serif"/>
              </a:rPr>
              <a:t>𝑃(𝑋 | 𝑌)</a:t>
            </a:r>
            <a:r>
              <a:rPr lang="en"/>
              <a:t> </a:t>
            </a:r>
            <a:r>
              <a:rPr lang="en">
                <a:latin typeface="Droid Serif"/>
                <a:ea typeface="Droid Serif"/>
                <a:cs typeface="Droid Serif"/>
                <a:sym typeface="Droid Serif"/>
              </a:rPr>
              <a:t>𝑃(𝑌)</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Bayes rule:</a:t>
            </a:r>
            <a:endParaRPr/>
          </a:p>
        </p:txBody>
      </p:sp>
      <p:sp>
        <p:nvSpPr>
          <p:cNvPr id="328" name="Google Shape;328;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latin typeface="Droid Serif"/>
                <a:ea typeface="Droid Serif"/>
                <a:cs typeface="Droid Serif"/>
                <a:sym typeface="Droid Serif"/>
              </a:rPr>
              <a:t>𝑃(𝑌 | 𝑋)</a:t>
            </a:r>
            <a:r>
              <a:rPr lang="en"/>
              <a:t> </a:t>
            </a:r>
            <a:r>
              <a:rPr lang="en">
                <a:latin typeface="Droid Serif"/>
                <a:ea typeface="Droid Serif"/>
                <a:cs typeface="Droid Serif"/>
                <a:sym typeface="Droid Serif"/>
              </a:rPr>
              <a:t>𝑃(𝑋)</a:t>
            </a:r>
            <a:r>
              <a:rPr lang="en"/>
              <a:t> = </a:t>
            </a:r>
            <a:r>
              <a:rPr lang="en">
                <a:latin typeface="Droid Serif"/>
                <a:ea typeface="Droid Serif"/>
                <a:cs typeface="Droid Serif"/>
                <a:sym typeface="Droid Serif"/>
              </a:rPr>
              <a:t>𝑃(𝑋 | 𝑌)</a:t>
            </a:r>
            <a:r>
              <a:rPr lang="en"/>
              <a:t> </a:t>
            </a:r>
            <a:r>
              <a:rPr lang="en">
                <a:latin typeface="Droid Serif"/>
                <a:ea typeface="Droid Serif"/>
                <a:cs typeface="Droid Serif"/>
                <a:sym typeface="Droid Serif"/>
              </a:rPr>
              <a:t>𝑃(𝑌)</a:t>
            </a:r>
            <a:endParaRPr/>
          </a:p>
          <a:p>
            <a:pPr indent="-342900" lvl="0" marL="457200" rtl="0" algn="l">
              <a:spcBef>
                <a:spcPts val="0"/>
              </a:spcBef>
              <a:spcAft>
                <a:spcPts val="0"/>
              </a:spcAft>
              <a:buSzPts val="1800"/>
              <a:buChar char="●"/>
            </a:pPr>
            <a:r>
              <a:rPr lang="en"/>
              <a:t>Equivalently...</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329" name="Google Shape;329;p43"/>
          <p:cNvPicPr preferRelativeResize="0"/>
          <p:nvPr/>
        </p:nvPicPr>
        <p:blipFill>
          <a:blip r:embed="rId3">
            <a:alphaModFix/>
          </a:blip>
          <a:stretch>
            <a:fillRect/>
          </a:stretch>
        </p:blipFill>
        <p:spPr>
          <a:xfrm>
            <a:off x="1433563" y="2692625"/>
            <a:ext cx="6276877" cy="810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Bayesian Statistics</a:t>
            </a:r>
            <a:endParaRPr/>
          </a:p>
        </p:txBody>
      </p:sp>
      <p:sp>
        <p:nvSpPr>
          <p:cNvPr id="335" name="Google Shape;335;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latin typeface="Droid Serif"/>
                <a:ea typeface="Droid Serif"/>
                <a:cs typeface="Droid Serif"/>
                <a:sym typeface="Droid Serif"/>
              </a:rPr>
              <a:t>𝑃(𝑌 | 𝑋)</a:t>
            </a:r>
            <a:r>
              <a:rPr lang="en"/>
              <a:t> = </a:t>
            </a:r>
            <a:r>
              <a:rPr lang="en">
                <a:latin typeface="Droid Serif"/>
                <a:ea typeface="Droid Serif"/>
                <a:cs typeface="Droid Serif"/>
                <a:sym typeface="Droid Serif"/>
              </a:rPr>
              <a:t>𝑃(𝑋 | 𝑌)</a:t>
            </a:r>
            <a:r>
              <a:rPr lang="en"/>
              <a:t> </a:t>
            </a:r>
            <a:r>
              <a:rPr lang="en">
                <a:latin typeface="Droid Serif"/>
                <a:ea typeface="Droid Serif"/>
                <a:cs typeface="Droid Serif"/>
                <a:sym typeface="Droid Serif"/>
              </a:rPr>
              <a:t>𝑃(𝑌) / 𝑃(𝑋)</a:t>
            </a:r>
            <a:endParaRPr/>
          </a:p>
          <a:p>
            <a:pPr indent="-342900" lvl="0" marL="457200" rtl="0" algn="l">
              <a:spcBef>
                <a:spcPts val="0"/>
              </a:spcBef>
              <a:spcAft>
                <a:spcPts val="0"/>
              </a:spcAft>
              <a:buSzPts val="1800"/>
              <a:buChar char="●"/>
            </a:pPr>
            <a:r>
              <a:rPr lang="en">
                <a:latin typeface="Droid Serif"/>
                <a:ea typeface="Droid Serif"/>
                <a:cs typeface="Droid Serif"/>
                <a:sym typeface="Droid Serif"/>
              </a:rPr>
              <a:t>𝑃(𝑌 | 𝑋)</a:t>
            </a:r>
            <a:r>
              <a:rPr lang="en"/>
              <a:t> = </a:t>
            </a:r>
            <a:r>
              <a:rPr lang="en">
                <a:latin typeface="Droid Serif"/>
                <a:ea typeface="Droid Serif"/>
                <a:cs typeface="Droid Serif"/>
                <a:sym typeface="Droid Serif"/>
              </a:rPr>
              <a:t>𝑃(𝑌) (𝑃(𝑋 | 𝑌)</a:t>
            </a:r>
            <a:r>
              <a:rPr lang="en"/>
              <a:t> </a:t>
            </a:r>
            <a:r>
              <a:rPr lang="en">
                <a:latin typeface="Droid Serif"/>
                <a:ea typeface="Droid Serif"/>
                <a:cs typeface="Droid Serif"/>
                <a:sym typeface="Droid Serif"/>
              </a:rPr>
              <a:t>/ 𝑃(𝑋))</a:t>
            </a:r>
            <a:endParaRPr/>
          </a:p>
          <a:p>
            <a:pPr indent="-342900" lvl="0" marL="457200" rtl="0" algn="l">
              <a:spcBef>
                <a:spcPts val="0"/>
              </a:spcBef>
              <a:spcAft>
                <a:spcPts val="0"/>
              </a:spcAft>
              <a:buSzPts val="1800"/>
              <a:buChar char="●"/>
            </a:pPr>
            <a:r>
              <a:rPr lang="en"/>
              <a:t>Posterior = Prior * (likelihood / evidence)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Key Points about Bayesian Inference!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6"/>
          <p:cNvSpPr txBox="1"/>
          <p:nvPr>
            <p:ph type="title"/>
          </p:nvPr>
        </p:nvSpPr>
        <p:spPr>
          <a:xfrm>
            <a:off x="490250" y="450150"/>
            <a:ext cx="71550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 prior is not your</a:t>
            </a:r>
            <a:br>
              <a:rPr lang="en"/>
            </a:br>
            <a:r>
              <a:rPr lang="en"/>
              <a:t>“belief” or “guess”.</a:t>
            </a:r>
            <a:br>
              <a:rPr lang="en"/>
            </a:br>
            <a:r>
              <a:rPr lang="en">
                <a:solidFill>
                  <a:schemeClr val="lt1"/>
                </a:solidFill>
              </a:rPr>
              <a:t>It is </a:t>
            </a:r>
            <a:r>
              <a:rPr i="1" lang="en">
                <a:solidFill>
                  <a:schemeClr val="lt1"/>
                </a:solidFill>
              </a:rPr>
              <a:t>the</a:t>
            </a:r>
            <a:r>
              <a:rPr lang="en">
                <a:solidFill>
                  <a:schemeClr val="lt1"/>
                </a:solidFill>
              </a:rPr>
              <a:t> marginal for the joint random variable.</a:t>
            </a:r>
            <a:endParaRPr>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7"/>
          <p:cNvSpPr txBox="1"/>
          <p:nvPr>
            <p:ph type="title"/>
          </p:nvPr>
        </p:nvSpPr>
        <p:spPr>
          <a:xfrm>
            <a:off x="490250" y="450150"/>
            <a:ext cx="71550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 prior is not your</a:t>
            </a:r>
            <a:br>
              <a:rPr lang="en"/>
            </a:br>
            <a:r>
              <a:rPr lang="en"/>
              <a:t>“belief” or “guess”.</a:t>
            </a:r>
            <a:br>
              <a:rPr lang="en"/>
            </a:br>
            <a:r>
              <a:rPr lang="en"/>
              <a:t>It is </a:t>
            </a:r>
            <a:r>
              <a:rPr i="1" lang="en"/>
              <a:t>the</a:t>
            </a:r>
            <a:r>
              <a:rPr lang="en"/>
              <a:t> marginal for the joint random variable.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8"/>
          <p:cNvSpPr txBox="1"/>
          <p:nvPr>
            <p:ph type="title"/>
          </p:nvPr>
        </p:nvSpPr>
        <p:spPr>
          <a:xfrm>
            <a:off x="490250" y="450150"/>
            <a:ext cx="79884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Bayesian Inference is only valid if your prior is valid.</a:t>
            </a:r>
            <a:r>
              <a:rPr lang="en">
                <a:solidFill>
                  <a:schemeClr val="lt1"/>
                </a:solidFill>
              </a:rPr>
              <a:t>..</a:t>
            </a:r>
            <a:endParaRPr>
              <a:solidFill>
                <a:schemeClr val="lt1"/>
              </a:solidFill>
            </a:endParaRPr>
          </a:p>
          <a:p>
            <a:pPr indent="0" lvl="0" marL="0" rtl="0" algn="l">
              <a:spcBef>
                <a:spcPts val="0"/>
              </a:spcBef>
              <a:spcAft>
                <a:spcPts val="0"/>
              </a:spcAft>
              <a:buNone/>
            </a:pPr>
            <a:br>
              <a:rPr lang="en">
                <a:solidFill>
                  <a:schemeClr val="lt1"/>
                </a:solidFill>
              </a:rPr>
            </a:br>
            <a:r>
              <a:rPr lang="en">
                <a:solidFill>
                  <a:schemeClr val="lt1"/>
                </a:solidFill>
              </a:rPr>
              <a:t>But if you use the right prior, it may be useful regardless</a:t>
            </a:r>
            <a:endParaRPr>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490250" y="450150"/>
            <a:ext cx="79884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Bayesian Inference is only valid if your prior is valid...</a:t>
            </a:r>
            <a:endParaRPr/>
          </a:p>
          <a:p>
            <a:pPr indent="0" lvl="0" marL="0" rtl="0" algn="l">
              <a:spcBef>
                <a:spcPts val="0"/>
              </a:spcBef>
              <a:spcAft>
                <a:spcPts val="0"/>
              </a:spcAft>
              <a:buNone/>
            </a:pPr>
            <a:br>
              <a:rPr lang="en"/>
            </a:br>
            <a:r>
              <a:rPr lang="en"/>
              <a:t>But if you use the right prior, it may be useful regardless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i="1" lang="en"/>
              <a:t>All models are wrong but some are useful.</a:t>
            </a:r>
            <a:endParaRPr i="1"/>
          </a:p>
        </p:txBody>
      </p:sp>
      <p:sp>
        <p:nvSpPr>
          <p:cNvPr id="366" name="Google Shape;366;p50"/>
          <p:cNvSpPr txBox="1"/>
          <p:nvPr/>
        </p:nvSpPr>
        <p:spPr>
          <a:xfrm>
            <a:off x="490250" y="3812125"/>
            <a:ext cx="30000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Roboto Light"/>
              <a:buChar char="-"/>
            </a:pPr>
            <a:r>
              <a:rPr lang="en" sz="1800">
                <a:solidFill>
                  <a:schemeClr val="dk2"/>
                </a:solidFill>
                <a:highlight>
                  <a:srgbClr val="FFFFFF"/>
                </a:highlight>
                <a:latin typeface="Roboto Light"/>
                <a:ea typeface="Roboto Light"/>
                <a:cs typeface="Roboto Light"/>
                <a:sym typeface="Roboto Light"/>
              </a:rPr>
              <a:t>George E. P. Box</a:t>
            </a:r>
            <a:endParaRPr sz="1800">
              <a:solidFill>
                <a:schemeClr val="dk2"/>
              </a:solidFill>
              <a:latin typeface="Roboto Light"/>
              <a:ea typeface="Roboto Light"/>
              <a:cs typeface="Roboto Light"/>
              <a:sym typeface="Robo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Example of a bad prior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Also study</a:t>
            </a:r>
            <a:endParaRPr/>
          </a:p>
        </p:txBody>
      </p:sp>
      <p:sp>
        <p:nvSpPr>
          <p:cNvPr id="377" name="Google Shape;377;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Law of total probability</a:t>
            </a:r>
            <a:endParaRPr/>
          </a:p>
          <a:p>
            <a:pPr indent="-342900" lvl="0" marL="457200" rtl="0" algn="l">
              <a:spcBef>
                <a:spcPts val="0"/>
              </a:spcBef>
              <a:spcAft>
                <a:spcPts val="0"/>
              </a:spcAft>
              <a:buSzPts val="1800"/>
              <a:buAutoNum type="arabicPeriod"/>
            </a:pPr>
            <a:r>
              <a:rPr lang="en"/>
              <a:t>Law of total expectation</a:t>
            </a:r>
            <a:endParaRPr/>
          </a:p>
          <a:p>
            <a:pPr indent="-342900" lvl="0" marL="457200" rtl="0" algn="l">
              <a:spcBef>
                <a:spcPts val="0"/>
              </a:spcBef>
              <a:spcAft>
                <a:spcPts val="0"/>
              </a:spcAft>
              <a:buSzPts val="1800"/>
              <a:buAutoNum type="arabicPeriod"/>
            </a:pPr>
            <a:r>
              <a:rPr lang="en"/>
              <a:t>Law of total variance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3"/>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Information Theory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Information</a:t>
            </a:r>
            <a:r>
              <a:rPr lang="en"/>
              <a:t> axioms (Shannon)</a:t>
            </a:r>
            <a:endParaRPr/>
          </a:p>
        </p:txBody>
      </p:sp>
      <p:sp>
        <p:nvSpPr>
          <p:cNvPr id="388" name="Google Shape;388;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 event with probability 100% is perfectly unsurprising and yields no information.</a:t>
            </a:r>
            <a:endParaRPr/>
          </a:p>
          <a:p>
            <a:pPr indent="-342900" lvl="0" marL="457200" rtl="0" algn="l">
              <a:spcBef>
                <a:spcPts val="0"/>
              </a:spcBef>
              <a:spcAft>
                <a:spcPts val="0"/>
              </a:spcAft>
              <a:buSzPts val="1800"/>
              <a:buChar char="●"/>
            </a:pPr>
            <a:r>
              <a:rPr lang="en"/>
              <a:t>The less probable an event is, the more surprising it is and the more information it yields.</a:t>
            </a:r>
            <a:endParaRPr/>
          </a:p>
          <a:p>
            <a:pPr indent="-342900" lvl="0" marL="457200" rtl="0" algn="l">
              <a:spcBef>
                <a:spcPts val="0"/>
              </a:spcBef>
              <a:spcAft>
                <a:spcPts val="0"/>
              </a:spcAft>
              <a:buSzPts val="1800"/>
              <a:buChar char="●"/>
            </a:pPr>
            <a:r>
              <a:rPr lang="en"/>
              <a:t>If two independent events are measured separately, the total amount of information is the sum of the self-informations of the individual events.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i="1" lang="en"/>
              <a:t>Unique</a:t>
            </a:r>
            <a:r>
              <a:rPr lang="en"/>
              <a:t> Information Content Function</a:t>
            </a:r>
            <a:endParaRPr/>
          </a:p>
        </p:txBody>
      </p:sp>
      <p:sp>
        <p:nvSpPr>
          <p:cNvPr id="394" name="Google Shape;394;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I(x) = -log(P(x))</a:t>
            </a:r>
            <a:endParaRPr/>
          </a:p>
        </p:txBody>
      </p:sp>
      <p:pic>
        <p:nvPicPr>
          <p:cNvPr id="395" name="Google Shape;395;p55"/>
          <p:cNvPicPr preferRelativeResize="0"/>
          <p:nvPr/>
        </p:nvPicPr>
        <p:blipFill>
          <a:blip r:embed="rId3">
            <a:alphaModFix/>
          </a:blip>
          <a:stretch>
            <a:fillRect/>
          </a:stretch>
        </p:blipFill>
        <p:spPr>
          <a:xfrm>
            <a:off x="288900" y="1110650"/>
            <a:ext cx="2175401" cy="7498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Does this really quantify “information”?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Entropy: Expected information content!</a:t>
            </a:r>
            <a:endParaRPr/>
          </a:p>
        </p:txBody>
      </p:sp>
      <p:pic>
        <p:nvPicPr>
          <p:cNvPr id="406" name="Google Shape;406;p57"/>
          <p:cNvPicPr preferRelativeResize="0"/>
          <p:nvPr/>
        </p:nvPicPr>
        <p:blipFill rotWithShape="1">
          <a:blip r:embed="rId3">
            <a:alphaModFix/>
          </a:blip>
          <a:srcRect b="39562" l="0" r="0" t="0"/>
          <a:stretch/>
        </p:blipFill>
        <p:spPr>
          <a:xfrm>
            <a:off x="1828800" y="1585154"/>
            <a:ext cx="5486399" cy="15830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Entropy: Expected information content!</a:t>
            </a:r>
            <a:endParaRPr/>
          </a:p>
        </p:txBody>
      </p:sp>
      <p:pic>
        <p:nvPicPr>
          <p:cNvPr id="412" name="Google Shape;412;p58"/>
          <p:cNvPicPr preferRelativeResize="0"/>
          <p:nvPr/>
        </p:nvPicPr>
        <p:blipFill rotWithShape="1">
          <a:blip r:embed="rId3">
            <a:alphaModFix/>
          </a:blip>
          <a:srcRect b="0" l="0" r="0" t="0"/>
          <a:stretch/>
        </p:blipFill>
        <p:spPr>
          <a:xfrm>
            <a:off x="1828800" y="1585148"/>
            <a:ext cx="5486399" cy="261935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Entropy is disorder/uncertainty... but </a:t>
            </a:r>
            <a:r>
              <a:rPr lang="en"/>
              <a:t>it's</a:t>
            </a:r>
            <a:r>
              <a:rPr lang="en"/>
              <a:t> the average information content?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Coding Theorem:</a:t>
            </a:r>
            <a:endParaRPr/>
          </a:p>
          <a:p>
            <a:pPr indent="0" lvl="0" marL="0" rtl="0" algn="l">
              <a:spcBef>
                <a:spcPts val="0"/>
              </a:spcBef>
              <a:spcAft>
                <a:spcPts val="0"/>
              </a:spcAft>
              <a:buNone/>
            </a:pPr>
            <a:r>
              <a:rPr lang="en" sz="3000"/>
              <a:t>The average number of bits needed to encode a stream of iid random variables drawn from X is the average information content of X -- a.k.a. H(X)</a:t>
            </a:r>
            <a:endParaRPr sz="3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Coding theorem proof argument (in 1 sentence)</a:t>
            </a:r>
            <a:endParaRPr/>
          </a:p>
        </p:txBody>
      </p:sp>
      <p:sp>
        <p:nvSpPr>
          <p:cNvPr id="428" name="Google Shape;428;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Basically every sequence that you’d actually ever see of n iid random variables from X lives in a set no bigger than 2</a:t>
            </a:r>
            <a:r>
              <a:rPr baseline="30000" lang="en"/>
              <a:t>n H(x)</a:t>
            </a:r>
            <a:r>
              <a:rPr lang="en"/>
              <a:t> -- regardless of the values X can take 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Coding theorem proof (in more sentences)</a:t>
            </a:r>
            <a:endParaRPr/>
          </a:p>
        </p:txBody>
      </p:sp>
      <p:sp>
        <p:nvSpPr>
          <p:cNvPr id="434" name="Google Shape;434;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By the law of large numbers, the average observed total information content of a sampled sequence will converge to the expectation of the information content of the distribution (a.k.a., the entropy).</a:t>
            </a:r>
            <a:endParaRPr/>
          </a:p>
          <a:p>
            <a:pPr indent="-342900" lvl="0" marL="457200" rtl="0" algn="l">
              <a:spcBef>
                <a:spcPts val="0"/>
              </a:spcBef>
              <a:spcAft>
                <a:spcPts val="0"/>
              </a:spcAft>
              <a:buSzPts val="1800"/>
              <a:buChar char="●"/>
            </a:pPr>
            <a:r>
              <a:rPr lang="en"/>
              <a:t>This means that almost all observed sequences will have probability not far from </a:t>
            </a:r>
            <a:r>
              <a:rPr lang="en"/>
              <a:t>2</a:t>
            </a:r>
            <a:r>
              <a:rPr baseline="30000" lang="en"/>
              <a:t>-n H(x)</a:t>
            </a:r>
            <a:r>
              <a:rPr lang="en"/>
              <a:t>.</a:t>
            </a:r>
            <a:endParaRPr/>
          </a:p>
          <a:p>
            <a:pPr indent="-342900" lvl="0" marL="457200" rtl="0" algn="l">
              <a:spcBef>
                <a:spcPts val="0"/>
              </a:spcBef>
              <a:spcAft>
                <a:spcPts val="0"/>
              </a:spcAft>
              <a:buSzPts val="1800"/>
              <a:buChar char="●"/>
            </a:pPr>
            <a:r>
              <a:rPr lang="en"/>
              <a:t>How many sequences make up this set of “almost all observed sequences”? It can’t be more than (roughly) 1/</a:t>
            </a:r>
            <a:r>
              <a:rPr lang="en"/>
              <a:t>2</a:t>
            </a:r>
            <a:r>
              <a:rPr baseline="30000" lang="en"/>
              <a:t>-n H(x)</a:t>
            </a:r>
            <a:endParaRPr/>
          </a:p>
          <a:p>
            <a:pPr indent="-317500" lvl="1" marL="914400" rtl="0" algn="l">
              <a:spcBef>
                <a:spcPts val="0"/>
              </a:spcBef>
              <a:spcAft>
                <a:spcPts val="0"/>
              </a:spcAft>
              <a:buSzPts val="1400"/>
              <a:buChar char="○"/>
            </a:pPr>
            <a:r>
              <a:rPr lang="en"/>
              <a:t>Because otherwise the total probability of all those sequences together would be more than 1!</a:t>
            </a:r>
            <a:endParaRPr/>
          </a:p>
          <a:p>
            <a:pPr indent="-342900" lvl="0" marL="457200" rtl="0" algn="l">
              <a:spcBef>
                <a:spcPts val="0"/>
              </a:spcBef>
              <a:spcAft>
                <a:spcPts val="0"/>
              </a:spcAft>
              <a:buSzPts val="1800"/>
              <a:buChar char="●"/>
            </a:pPr>
            <a:r>
              <a:rPr lang="en"/>
              <a:t>So, almost all observed sequences will come from a set of size no bigger than roughly </a:t>
            </a:r>
            <a:r>
              <a:rPr lang="en"/>
              <a:t>2</a:t>
            </a:r>
            <a:r>
              <a:rPr baseline="30000" lang="en"/>
              <a:t>n H(x)</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3"/>
          <p:cNvSpPr txBox="1"/>
          <p:nvPr>
            <p:ph type="title"/>
          </p:nvPr>
        </p:nvSpPr>
        <p:spPr>
          <a:xfrm>
            <a:off x="490250" y="450150"/>
            <a:ext cx="828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720"/>
              <a:t>Information content quantifies “information” because the law of large numbers and properties of logs mean we can translate between log probabilities and the log of the number of possible observed options across iid samples.</a:t>
            </a:r>
            <a:endParaRPr sz="372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Information axioms (Shannon)</a:t>
            </a:r>
            <a:endParaRPr/>
          </a:p>
        </p:txBody>
      </p:sp>
      <p:sp>
        <p:nvSpPr>
          <p:cNvPr id="445" name="Google Shape;445;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 event with probability 100% is perfectly unsurprising and yields no information.</a:t>
            </a:r>
            <a:endParaRPr/>
          </a:p>
          <a:p>
            <a:pPr indent="-342900" lvl="0" marL="457200" rtl="0" algn="l">
              <a:spcBef>
                <a:spcPts val="0"/>
              </a:spcBef>
              <a:spcAft>
                <a:spcPts val="0"/>
              </a:spcAft>
              <a:buSzPts val="1800"/>
              <a:buChar char="●"/>
            </a:pPr>
            <a:r>
              <a:rPr lang="en"/>
              <a:t>The less probable an event is, the more surprising it is and the more information it yields.</a:t>
            </a:r>
            <a:endParaRPr/>
          </a:p>
          <a:p>
            <a:pPr indent="-342900" lvl="0" marL="457200" rtl="0" algn="l">
              <a:spcBef>
                <a:spcPts val="0"/>
              </a:spcBef>
              <a:spcAft>
                <a:spcPts val="0"/>
              </a:spcAft>
              <a:buSzPts val="1800"/>
              <a:buFont typeface="Roboto"/>
              <a:buChar char="●"/>
            </a:pPr>
            <a:r>
              <a:rPr b="1" lang="en">
                <a:latin typeface="Roboto"/>
                <a:ea typeface="Roboto"/>
                <a:cs typeface="Roboto"/>
                <a:sym typeface="Roboto"/>
              </a:rPr>
              <a:t>If two independent events are measured separately, the total amount of information is the sum of the self-informations of the individual events.</a:t>
            </a:r>
            <a:endParaRPr b="1">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about independent vs. dependent random variables?</a:t>
            </a:r>
            <a:endParaRPr/>
          </a:p>
        </p:txBody>
      </p:sp>
      <p:sp>
        <p:nvSpPr>
          <p:cNvPr id="451" name="Google Shape;451;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If x, y independent, then </a:t>
            </a:r>
            <a:r>
              <a:rPr b="1" lang="en">
                <a:latin typeface="Roboto"/>
                <a:ea typeface="Roboto"/>
                <a:cs typeface="Roboto"/>
                <a:sym typeface="Roboto"/>
              </a:rPr>
              <a:t>P(X, Y) = P(X) * P(Y)</a:t>
            </a:r>
            <a:r>
              <a:rPr lang="en"/>
              <a:t>, and P(X|Y)=P(X)</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about independent vs. dependent random variables?</a:t>
            </a:r>
            <a:endParaRPr/>
          </a:p>
        </p:txBody>
      </p:sp>
      <p:sp>
        <p:nvSpPr>
          <p:cNvPr id="457" name="Google Shape;457;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If x, y independent, then </a:t>
            </a:r>
            <a:r>
              <a:rPr b="1" lang="en">
                <a:latin typeface="Roboto"/>
                <a:ea typeface="Roboto"/>
                <a:cs typeface="Roboto"/>
                <a:sym typeface="Roboto"/>
              </a:rPr>
              <a:t>P(X, Y) = P(X) * P(Y)</a:t>
            </a:r>
            <a:r>
              <a:rPr lang="en"/>
              <a:t>, and P(X|Y)=P(X)</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latin typeface="Roboto"/>
                <a:ea typeface="Roboto"/>
                <a:cs typeface="Roboto"/>
                <a:sym typeface="Roboto"/>
              </a:rPr>
              <a:t>log(P(X) * P(Y)) = log(P(X)) + log(P(Y))</a:t>
            </a:r>
            <a:endParaRPr b="1">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1" name="Shape 461"/>
        <p:cNvGrpSpPr/>
        <p:nvPr/>
      </p:nvGrpSpPr>
      <p:grpSpPr>
        <a:xfrm>
          <a:off x="0" y="0"/>
          <a:ext cx="0" cy="0"/>
          <a:chOff x="0" y="0"/>
          <a:chExt cx="0" cy="0"/>
        </a:xfrm>
      </p:grpSpPr>
      <p:sp>
        <p:nvSpPr>
          <p:cNvPr id="462" name="Google Shape;462;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Coding theorem proof (in more sentences)</a:t>
            </a:r>
            <a:endParaRPr/>
          </a:p>
        </p:txBody>
      </p:sp>
      <p:pic>
        <p:nvPicPr>
          <p:cNvPr id="463" name="Google Shape;463;p67"/>
          <p:cNvPicPr preferRelativeResize="0"/>
          <p:nvPr/>
        </p:nvPicPr>
        <p:blipFill>
          <a:blip r:embed="rId3">
            <a:alphaModFix/>
          </a:blip>
          <a:stretch>
            <a:fillRect/>
          </a:stretch>
        </p:blipFill>
        <p:spPr>
          <a:xfrm>
            <a:off x="1247725" y="1232225"/>
            <a:ext cx="6648561" cy="38209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8"/>
          <p:cNvSpPr txBox="1"/>
          <p:nvPr>
            <p:ph type="title"/>
          </p:nvPr>
        </p:nvSpPr>
        <p:spPr>
          <a:xfrm>
            <a:off x="490250" y="450150"/>
            <a:ext cx="73770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What if I encode samples from a distribution P with a model from distribution Q?</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Cross Entropy</a:t>
            </a:r>
            <a:endParaRPr/>
          </a:p>
        </p:txBody>
      </p:sp>
      <p:pic>
        <p:nvPicPr>
          <p:cNvPr id="474" name="Google Shape;474;p69"/>
          <p:cNvPicPr preferRelativeResize="0"/>
          <p:nvPr/>
        </p:nvPicPr>
        <p:blipFill>
          <a:blip r:embed="rId3">
            <a:alphaModFix/>
          </a:blip>
          <a:stretch>
            <a:fillRect/>
          </a:stretch>
        </p:blipFill>
        <p:spPr>
          <a:xfrm>
            <a:off x="1638725" y="2369177"/>
            <a:ext cx="5866551" cy="845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70"/>
          <p:cNvSpPr txBox="1"/>
          <p:nvPr>
            <p:ph type="title"/>
          </p:nvPr>
        </p:nvSpPr>
        <p:spPr>
          <a:xfrm>
            <a:off x="490250" y="450150"/>
            <a:ext cx="71184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Caveat: What’s information for continuous distributions? What’s entropy?</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Continuous Information and Entropy</a:t>
            </a:r>
            <a:endParaRPr/>
          </a:p>
        </p:txBody>
      </p:sp>
      <p:sp>
        <p:nvSpPr>
          <p:cNvPr id="485" name="Google Shape;485;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 a continuous random variable, </a:t>
            </a:r>
            <a:r>
              <a:rPr lang="en">
                <a:latin typeface="Droid Serif"/>
                <a:ea typeface="Droid Serif"/>
                <a:cs typeface="Droid Serif"/>
                <a:sym typeface="Droid Serif"/>
              </a:rPr>
              <a:t>𝑃({𝑥})</a:t>
            </a:r>
            <a:r>
              <a:rPr lang="en"/>
              <a:t>= 0</a:t>
            </a:r>
            <a:r>
              <a:rPr lang="en"/>
              <a:t>.</a:t>
            </a:r>
            <a:endParaRPr/>
          </a:p>
          <a:p>
            <a:pPr indent="-342900" lvl="0" marL="457200" rtl="0" algn="l">
              <a:spcBef>
                <a:spcPts val="0"/>
              </a:spcBef>
              <a:spcAft>
                <a:spcPts val="0"/>
              </a:spcAft>
              <a:buSzPts val="1800"/>
              <a:buChar char="●"/>
            </a:pPr>
            <a:r>
              <a:rPr lang="en"/>
              <a:t>So, information content is infinite?</a:t>
            </a:r>
            <a:endParaRPr/>
          </a:p>
          <a:p>
            <a:pPr indent="-342900" lvl="0" marL="457200" rtl="0" algn="l">
              <a:spcBef>
                <a:spcPts val="0"/>
              </a:spcBef>
              <a:spcAft>
                <a:spcPts val="0"/>
              </a:spcAft>
              <a:buSzPts val="1800"/>
              <a:buChar char="●"/>
            </a:pPr>
            <a:r>
              <a:rPr lang="en"/>
              <a:t>... What if we use </a:t>
            </a:r>
            <a:r>
              <a:rPr lang="en">
                <a:latin typeface="Droid Serif"/>
                <a:ea typeface="Droid Serif"/>
                <a:cs typeface="Droid Serif"/>
                <a:sym typeface="Droid Serif"/>
              </a:rPr>
              <a:t>(𝑑𝑃(𝑥)/𝑑𝑥)</a:t>
            </a:r>
            <a:r>
              <a:rPr lang="en"/>
              <a:t>!</a:t>
            </a:r>
            <a:endParaRPr/>
          </a:p>
          <a:p>
            <a:pPr indent="-342900" lvl="0" marL="457200" rtl="0" algn="l">
              <a:spcBef>
                <a:spcPts val="0"/>
              </a:spcBef>
              <a:spcAft>
                <a:spcPts val="0"/>
              </a:spcAft>
              <a:buSzPts val="1800"/>
              <a:buChar char="●"/>
            </a:pPr>
            <a:r>
              <a:rPr lang="en">
                <a:latin typeface="Droid Serif"/>
                <a:ea typeface="Droid Serif"/>
                <a:cs typeface="Droid Serif"/>
                <a:sym typeface="Droid Serif"/>
              </a:rPr>
              <a:t>𝐻</a:t>
            </a:r>
            <a:r>
              <a:rPr lang="en">
                <a:latin typeface="Droid Serif"/>
                <a:ea typeface="Droid Serif"/>
                <a:cs typeface="Droid Serif"/>
                <a:sym typeface="Droid Serif"/>
              </a:rPr>
              <a:t>(𝑥)</a:t>
            </a:r>
            <a:r>
              <a:rPr lang="en">
                <a:latin typeface="Droid Serif"/>
                <a:ea typeface="Droid Serif"/>
                <a:cs typeface="Droid Serif"/>
                <a:sym typeface="Droid Serif"/>
              </a:rPr>
              <a:t> = </a:t>
            </a:r>
            <a:r>
              <a:rPr lang="en">
                <a:latin typeface="Droid Serif"/>
                <a:ea typeface="Droid Serif"/>
                <a:cs typeface="Droid Serif"/>
                <a:sym typeface="Droid Serif"/>
              </a:rPr>
              <a:t>∫</a:t>
            </a:r>
            <a:r>
              <a:rPr baseline="-25000" lang="en">
                <a:latin typeface="Droid Serif"/>
                <a:ea typeface="Droid Serif"/>
                <a:cs typeface="Droid Serif"/>
                <a:sym typeface="Droid Serif"/>
              </a:rPr>
              <a:t>𝑋 </a:t>
            </a:r>
            <a:r>
              <a:rPr lang="en">
                <a:latin typeface="Droid Serif"/>
                <a:ea typeface="Droid Serif"/>
                <a:cs typeface="Droid Serif"/>
                <a:sym typeface="Droid Serif"/>
              </a:rPr>
              <a:t> -log(</a:t>
            </a:r>
            <a:r>
              <a:rPr lang="en">
                <a:latin typeface="Droid Serif"/>
                <a:ea typeface="Droid Serif"/>
                <a:cs typeface="Droid Serif"/>
                <a:sym typeface="Droid Serif"/>
              </a:rPr>
              <a:t>𝑝</a:t>
            </a:r>
            <a:r>
              <a:rPr baseline="-25000" lang="en">
                <a:latin typeface="Droid Serif"/>
                <a:ea typeface="Droid Serif"/>
                <a:cs typeface="Droid Serif"/>
                <a:sym typeface="Droid Serif"/>
              </a:rPr>
              <a:t>𝗑</a:t>
            </a:r>
            <a:r>
              <a:rPr lang="en">
                <a:latin typeface="Droid Serif"/>
                <a:ea typeface="Droid Serif"/>
                <a:cs typeface="Droid Serif"/>
                <a:sym typeface="Droid Serif"/>
              </a:rPr>
              <a:t>(𝑥)</a:t>
            </a:r>
            <a:r>
              <a:rPr lang="en">
                <a:latin typeface="Droid Serif"/>
                <a:ea typeface="Droid Serif"/>
                <a:cs typeface="Droid Serif"/>
                <a:sym typeface="Droid Serif"/>
              </a:rPr>
              <a:t>) </a:t>
            </a:r>
            <a:r>
              <a:rPr lang="en">
                <a:latin typeface="Droid Serif"/>
                <a:ea typeface="Droid Serif"/>
                <a:cs typeface="Droid Serif"/>
                <a:sym typeface="Droid Serif"/>
              </a:rPr>
              <a:t>𝑑𝑥</a:t>
            </a:r>
            <a:r>
              <a:rPr lang="en"/>
              <a:t>!</a:t>
            </a:r>
            <a:endParaRPr/>
          </a:p>
          <a:p>
            <a:pPr indent="-342900" lvl="0" marL="457200" rtl="0" algn="l">
              <a:spcBef>
                <a:spcPts val="0"/>
              </a:spcBef>
              <a:spcAft>
                <a:spcPts val="0"/>
              </a:spcAft>
              <a:buSzPts val="1800"/>
              <a:buChar char="●"/>
            </a:pPr>
            <a:r>
              <a:rPr lang="en"/>
              <a:t>... but what about units?</a:t>
            </a:r>
            <a:endParaRPr/>
          </a:p>
          <a:p>
            <a:pPr indent="-342900" lvl="0" marL="457200" rtl="0" algn="l">
              <a:spcBef>
                <a:spcPts val="0"/>
              </a:spcBef>
              <a:spcAft>
                <a:spcPts val="0"/>
              </a:spcAft>
              <a:buSzPts val="1800"/>
              <a:buChar char="●"/>
            </a:pPr>
            <a:r>
              <a:rPr lang="en"/>
              <a:t>We said: “</a:t>
            </a:r>
            <a:r>
              <a:rPr lang="en"/>
              <a:t>Suppose that each atom of </a:t>
            </a:r>
            <a:r>
              <a:rPr lang="en">
                <a:latin typeface="Droid Serif"/>
                <a:ea typeface="Droid Serif"/>
                <a:cs typeface="Droid Serif"/>
                <a:sym typeface="Droid Serif"/>
              </a:rPr>
              <a:t>𝑋</a:t>
            </a:r>
            <a:r>
              <a:rPr lang="en"/>
              <a:t> has size </a:t>
            </a:r>
            <a:r>
              <a:rPr lang="en">
                <a:latin typeface="Droid Serif"/>
                <a:ea typeface="Droid Serif"/>
                <a:cs typeface="Droid Serif"/>
                <a:sym typeface="Droid Serif"/>
              </a:rPr>
              <a:t>𝑑𝑥</a:t>
            </a:r>
            <a:r>
              <a:rPr lang="en"/>
              <a:t>. Then I can write:</a:t>
            </a:r>
            <a:br>
              <a:rPr lang="en"/>
            </a:br>
            <a:r>
              <a:rPr lang="en">
                <a:latin typeface="Droid Serif"/>
                <a:ea typeface="Droid Serif"/>
                <a:cs typeface="Droid Serif"/>
                <a:sym typeface="Droid Serif"/>
              </a:rPr>
              <a:t>∫</a:t>
            </a:r>
            <a:r>
              <a:rPr baseline="-25000" lang="en"/>
              <a:t>𝑆 </a:t>
            </a:r>
            <a:r>
              <a:rPr lang="en">
                <a:latin typeface="Droid Serif"/>
                <a:ea typeface="Droid Serif"/>
                <a:cs typeface="Droid Serif"/>
                <a:sym typeface="Droid Serif"/>
              </a:rPr>
              <a:t>(𝑑𝑃(𝑥)/𝑑𝑥) 𝑑𝑥 = 𝑃(S)</a:t>
            </a:r>
            <a:r>
              <a:rPr lang="en"/>
              <a:t>”</a:t>
            </a:r>
            <a:endParaRPr/>
          </a:p>
          <a:p>
            <a:pPr indent="-342900" lvl="0" marL="457200" rtl="0" algn="l">
              <a:spcBef>
                <a:spcPts val="0"/>
              </a:spcBef>
              <a:spcAft>
                <a:spcPts val="0"/>
              </a:spcAft>
              <a:buSzPts val="1800"/>
              <a:buChar char="●"/>
            </a:pPr>
            <a:r>
              <a:rPr lang="en"/>
              <a:t>This means  has units of “change in probability” divided by “size of X”. What is the “log” of these units?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This is not a </a:t>
            </a:r>
            <a:r>
              <a:rPr lang="en"/>
              <a:t>philosophical</a:t>
            </a:r>
            <a:r>
              <a:rPr lang="en"/>
              <a:t> problem!</a:t>
            </a:r>
            <a:endParaRPr/>
          </a:p>
        </p:txBody>
      </p:sp>
      <p:sp>
        <p:nvSpPr>
          <p:cNvPr id="491" name="Google Shape;491;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Suppose I have a uniform distribution from a to b</a:t>
            </a:r>
            <a:endParaRPr/>
          </a:p>
          <a:p>
            <a:pPr indent="-342900" lvl="0" marL="457200" rtl="0" algn="l">
              <a:spcBef>
                <a:spcPts val="0"/>
              </a:spcBef>
              <a:spcAft>
                <a:spcPts val="0"/>
              </a:spcAft>
              <a:buSzPts val="1800"/>
              <a:buChar char="●"/>
            </a:pPr>
            <a:r>
              <a:rPr lang="en"/>
              <a:t>The differential entropy of this </a:t>
            </a:r>
            <a:r>
              <a:rPr lang="en"/>
              <a:t>distribution</a:t>
            </a:r>
            <a:r>
              <a:rPr lang="en"/>
              <a:t> is log(b-a).</a:t>
            </a:r>
            <a:endParaRPr/>
          </a:p>
          <a:p>
            <a:pPr indent="-342900" lvl="0" marL="457200" rtl="0" algn="l">
              <a:spcBef>
                <a:spcPts val="0"/>
              </a:spcBef>
              <a:spcAft>
                <a:spcPts val="0"/>
              </a:spcAft>
              <a:buSzPts val="1800"/>
              <a:buChar char="●"/>
            </a:pPr>
            <a:r>
              <a:rPr lang="en"/>
              <a:t>What happens if I scale the real numbers, so a to b becomes c*a to c*b. </a:t>
            </a:r>
            <a:endParaRPr/>
          </a:p>
          <a:p>
            <a:pPr indent="-342900" lvl="0" marL="457200" rtl="0" algn="l">
              <a:spcBef>
                <a:spcPts val="0"/>
              </a:spcBef>
              <a:spcAft>
                <a:spcPts val="0"/>
              </a:spcAft>
              <a:buSzPts val="1800"/>
              <a:buChar char="●"/>
            </a:pPr>
            <a:r>
              <a:rPr lang="en"/>
              <a:t>Differential entropy changes!</a:t>
            </a:r>
            <a:endParaRPr/>
          </a:p>
          <a:p>
            <a:pPr indent="-342900" lvl="0" marL="457200" rtl="0" algn="l">
              <a:spcBef>
                <a:spcPts val="0"/>
              </a:spcBef>
              <a:spcAft>
                <a:spcPts val="0"/>
              </a:spcAft>
              <a:buSzPts val="1800"/>
              <a:buChar char="●"/>
            </a:pPr>
            <a:r>
              <a:rPr lang="en"/>
              <a:t>This means I am more uncertain about the distribution of our heights in millimeters than I am about it in centimeters than I am about it in inches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but then again maybe it is?</a:t>
            </a:r>
            <a:endParaRPr/>
          </a:p>
        </p:txBody>
      </p:sp>
      <p:sp>
        <p:nvSpPr>
          <p:cNvPr id="497" name="Google Shape;497;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 need more digits to capture the same quantity in mm than I do in cm than I do in inches than I do in feet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Solution! Relative Entropy Differences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Mutual Information</a:t>
            </a:r>
            <a:endParaRPr/>
          </a:p>
        </p:txBody>
      </p:sp>
      <p:sp>
        <p:nvSpPr>
          <p:cNvPr id="508" name="Google Shape;508;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I(X;Y) = H(X) - H(X | Y) = H(Y) - H(Y | X)</a:t>
            </a:r>
            <a:endParaRPr/>
          </a:p>
          <a:p>
            <a:pPr indent="-342900" lvl="0" marL="457200" rtl="0" algn="l">
              <a:spcBef>
                <a:spcPts val="0"/>
              </a:spcBef>
              <a:spcAft>
                <a:spcPts val="0"/>
              </a:spcAft>
              <a:buSzPts val="1800"/>
              <a:buChar char="●"/>
            </a:pPr>
            <a:r>
              <a:rPr lang="en"/>
              <a:t>Exists and is the same natural thing for both discrete and continuous RV</a:t>
            </a:r>
            <a:endParaRPr/>
          </a:p>
          <a:p>
            <a:pPr indent="-342900" lvl="0" marL="457200" rtl="0" algn="l">
              <a:spcBef>
                <a:spcPts val="0"/>
              </a:spcBef>
              <a:spcAft>
                <a:spcPts val="0"/>
              </a:spcAft>
              <a:buSzPts val="1800"/>
              <a:buChar char="●"/>
            </a:pPr>
            <a:r>
              <a:rPr lang="en"/>
              <a:t>I(X; Y) = 0 if and only if X and Y are independent.</a:t>
            </a:r>
            <a:endParaRPr/>
          </a:p>
        </p:txBody>
      </p:sp>
      <p:pic>
        <p:nvPicPr>
          <p:cNvPr id="509" name="Google Shape;509;p75"/>
          <p:cNvPicPr preferRelativeResize="0"/>
          <p:nvPr/>
        </p:nvPicPr>
        <p:blipFill rotWithShape="1">
          <a:blip r:embed="rId3">
            <a:alphaModFix/>
          </a:blip>
          <a:srcRect b="17026" l="0" r="0" t="0"/>
          <a:stretch/>
        </p:blipFill>
        <p:spPr>
          <a:xfrm>
            <a:off x="786925" y="1231024"/>
            <a:ext cx="5688402" cy="3519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KL-divergence</a:t>
            </a:r>
            <a:endParaRPr/>
          </a:p>
        </p:txBody>
      </p:sp>
      <p:pic>
        <p:nvPicPr>
          <p:cNvPr id="515" name="Google Shape;515;p76"/>
          <p:cNvPicPr preferRelativeResize="0"/>
          <p:nvPr/>
        </p:nvPicPr>
        <p:blipFill>
          <a:blip r:embed="rId3">
            <a:alphaModFix/>
          </a:blip>
          <a:stretch>
            <a:fillRect/>
          </a:stretch>
        </p:blipFill>
        <p:spPr>
          <a:xfrm>
            <a:off x="152400" y="1938050"/>
            <a:ext cx="8839199" cy="109284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KL-divergence</a:t>
            </a:r>
            <a:endParaRPr/>
          </a:p>
        </p:txBody>
      </p:sp>
      <p:sp>
        <p:nvSpPr>
          <p:cNvPr id="521" name="Google Shape;521;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Number of extra bits needed to encode via the wrong distribution q vs. the right distribution p.</a:t>
            </a:r>
            <a:endParaRPr/>
          </a:p>
          <a:p>
            <a:pPr indent="-342900" lvl="0" marL="457200" rtl="0" algn="l">
              <a:spcBef>
                <a:spcPts val="0"/>
              </a:spcBef>
              <a:spcAft>
                <a:spcPts val="0"/>
              </a:spcAft>
              <a:buSzPts val="1800"/>
              <a:buChar char="●"/>
            </a:pPr>
            <a:r>
              <a:rPr lang="en"/>
              <a:t>Pseudo distance metric for probability spaces.</a:t>
            </a:r>
            <a:endParaRPr/>
          </a:p>
          <a:p>
            <a:pPr indent="-342900" lvl="0" marL="457200" rtl="0" algn="l">
              <a:spcBef>
                <a:spcPts val="0"/>
              </a:spcBef>
              <a:spcAft>
                <a:spcPts val="0"/>
              </a:spcAft>
              <a:buSzPts val="1800"/>
              <a:buChar char="●"/>
            </a:pPr>
            <a:r>
              <a:rPr b="1" lang="en"/>
              <a:t>NOT</a:t>
            </a:r>
            <a:r>
              <a:rPr lang="en"/>
              <a:t> symmetric: </a:t>
            </a:r>
            <a:endParaRPr/>
          </a:p>
        </p:txBody>
      </p:sp>
      <p:pic>
        <p:nvPicPr>
          <p:cNvPr id="522" name="Google Shape;522;p77"/>
          <p:cNvPicPr preferRelativeResize="0"/>
          <p:nvPr/>
        </p:nvPicPr>
        <p:blipFill>
          <a:blip r:embed="rId3">
            <a:alphaModFix/>
          </a:blip>
          <a:stretch>
            <a:fillRect/>
          </a:stretch>
        </p:blipFill>
        <p:spPr>
          <a:xfrm>
            <a:off x="2560773" y="2181075"/>
            <a:ext cx="2667126" cy="3145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Also study...</a:t>
            </a:r>
            <a:endParaRPr/>
          </a:p>
        </p:txBody>
      </p:sp>
      <p:sp>
        <p:nvSpPr>
          <p:cNvPr id="528" name="Google Shape;528;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Fisher information (Entropy captures bits per data sample, what about bits per parameter changes?)</a:t>
            </a:r>
            <a:endParaRPr/>
          </a:p>
          <a:p>
            <a:pPr indent="-342900" lvl="0" marL="457200" rtl="0" algn="l">
              <a:spcBef>
                <a:spcPts val="0"/>
              </a:spcBef>
              <a:spcAft>
                <a:spcPts val="0"/>
              </a:spcAft>
              <a:buSzPts val="1800"/>
              <a:buAutoNum type="arabicPeriod"/>
            </a:pPr>
            <a:r>
              <a:rPr lang="en"/>
              <a:t>Optimal transport / Earth-mover’s distance</a:t>
            </a:r>
            <a:endParaRPr/>
          </a:p>
          <a:p>
            <a:pPr indent="-342900" lvl="0" marL="457200" rtl="0" algn="l">
              <a:spcBef>
                <a:spcPts val="0"/>
              </a:spcBef>
              <a:spcAft>
                <a:spcPts val="0"/>
              </a:spcAft>
              <a:buSzPts val="1800"/>
              <a:buAutoNum type="arabicPeriod"/>
            </a:pPr>
            <a:r>
              <a:rPr lang="en"/>
              <a:t>Maximum likelihood estimation vs. maximum a posteriori</a:t>
            </a:r>
            <a:endParaRPr/>
          </a:p>
          <a:p>
            <a:pPr indent="-342900" lvl="0" marL="457200" rtl="0" algn="l">
              <a:spcBef>
                <a:spcPts val="0"/>
              </a:spcBef>
              <a:spcAft>
                <a:spcPts val="0"/>
              </a:spcAft>
              <a:buSzPts val="1800"/>
              <a:buAutoNum type="arabicPeriod"/>
            </a:pPr>
            <a:r>
              <a:rPr lang="en"/>
              <a:t>Challenges with re-normalization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Statistics</a:t>
            </a:r>
            <a:r>
              <a:rPr lang="en">
                <a:solidFill>
                  <a:schemeClr val="lt1"/>
                </a:solidFill>
              </a:rPr>
              <a:t>:</a:t>
            </a:r>
            <a:endParaRPr>
              <a:solidFill>
                <a:schemeClr val="lt1"/>
              </a:solidFill>
            </a:endParaRPr>
          </a:p>
          <a:p>
            <a:pPr indent="0" lvl="0" marL="0" rtl="0" algn="l">
              <a:spcBef>
                <a:spcPts val="0"/>
              </a:spcBef>
              <a:spcAft>
                <a:spcPts val="0"/>
              </a:spcAft>
              <a:buNone/>
            </a:pPr>
            <a:r>
              <a:rPr lang="en" sz="3333">
                <a:solidFill>
                  <a:schemeClr val="lt1"/>
                </a:solidFill>
              </a:rPr>
              <a:t>If you can actually randomly</a:t>
            </a:r>
            <a:r>
              <a:rPr lang="en" sz="3333">
                <a:solidFill>
                  <a:schemeClr val="lt1"/>
                </a:solidFill>
              </a:rPr>
              <a:t> </a:t>
            </a:r>
            <a:r>
              <a:rPr lang="en" sz="3333">
                <a:solidFill>
                  <a:schemeClr val="lt1"/>
                </a:solidFill>
              </a:rPr>
              <a:t>sample, you can learn a lot from a small amount of data.</a:t>
            </a:r>
            <a:br>
              <a:rPr lang="en" sz="3333"/>
            </a:br>
            <a:r>
              <a:rPr lang="en" sz="3333">
                <a:solidFill>
                  <a:schemeClr val="lt1"/>
                </a:solidFill>
              </a:rPr>
              <a:t>If you can’t, you’re toast.</a:t>
            </a:r>
            <a:endParaRPr sz="3333">
              <a:solidFill>
                <a:schemeClr val="lt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Statistics:</a:t>
            </a:r>
            <a:endParaRPr/>
          </a:p>
          <a:p>
            <a:pPr indent="0" lvl="0" marL="0" rtl="0" algn="l">
              <a:spcBef>
                <a:spcPts val="0"/>
              </a:spcBef>
              <a:spcAft>
                <a:spcPts val="0"/>
              </a:spcAft>
              <a:buNone/>
            </a:pPr>
            <a:r>
              <a:rPr lang="en" sz="3333"/>
              <a:t>If you can actually randomly (iid) sample, you can learn a lot from a small amount of data.</a:t>
            </a:r>
            <a:br>
              <a:rPr lang="en" sz="3333"/>
            </a:br>
            <a:r>
              <a:rPr lang="en" sz="3333">
                <a:solidFill>
                  <a:schemeClr val="lt1"/>
                </a:solidFill>
              </a:rPr>
              <a:t>If you can’t, you’re toast.</a:t>
            </a:r>
            <a:endParaRPr sz="3333">
              <a:solidFill>
                <a:schemeClr val="lt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8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Statistics:</a:t>
            </a:r>
            <a:endParaRPr/>
          </a:p>
          <a:p>
            <a:pPr indent="0" lvl="0" marL="0" rtl="0" algn="l">
              <a:spcBef>
                <a:spcPts val="0"/>
              </a:spcBef>
              <a:spcAft>
                <a:spcPts val="0"/>
              </a:spcAft>
              <a:buNone/>
            </a:pPr>
            <a:r>
              <a:rPr lang="en" sz="3333"/>
              <a:t>If you can actually randomly</a:t>
            </a:r>
            <a:r>
              <a:rPr lang="en" sz="3333"/>
              <a:t> (iid) </a:t>
            </a:r>
            <a:r>
              <a:rPr lang="en" sz="3333"/>
              <a:t>sample, you can learn a lot from a small amount of data.</a:t>
            </a:r>
            <a:br>
              <a:rPr lang="en" sz="3333"/>
            </a:br>
            <a:r>
              <a:rPr lang="en" sz="3333"/>
              <a:t>If you can’t, you’re toast.</a:t>
            </a:r>
            <a:endParaRPr sz="3333"/>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Also study</a:t>
            </a:r>
            <a:endParaRPr/>
          </a:p>
        </p:txBody>
      </p:sp>
      <p:sp>
        <p:nvSpPr>
          <p:cNvPr id="549" name="Google Shape;549;p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How to estimate properties of a distribution in an unbiased manner (why is the denominator in the sample variance n-1?).</a:t>
            </a:r>
            <a:endParaRPr/>
          </a:p>
          <a:p>
            <a:pPr indent="-342900" lvl="0" marL="457200" rtl="0" algn="l">
              <a:spcBef>
                <a:spcPts val="0"/>
              </a:spcBef>
              <a:spcAft>
                <a:spcPts val="0"/>
              </a:spcAft>
              <a:buSzPts val="1800"/>
              <a:buAutoNum type="arabicPeriod"/>
            </a:pPr>
            <a:r>
              <a:rPr lang="en"/>
              <a:t>Hypothesis Testing (False discovery rate correction, permutation tests, Lindley’s Paradox).</a:t>
            </a:r>
            <a:endParaRPr/>
          </a:p>
          <a:p>
            <a:pPr indent="-342900" lvl="0" marL="457200" rtl="0" algn="l">
              <a:spcBef>
                <a:spcPts val="0"/>
              </a:spcBef>
              <a:spcAft>
                <a:spcPts val="0"/>
              </a:spcAft>
              <a:buSzPts val="1800"/>
              <a:buAutoNum type="arabicPeriod"/>
            </a:pPr>
            <a:r>
              <a:rPr lang="en"/>
              <a:t>Correlation tests of different </a:t>
            </a:r>
            <a:r>
              <a:rPr lang="en"/>
              <a:t>varieties.</a:t>
            </a:r>
            <a:endParaRPr/>
          </a:p>
          <a:p>
            <a:pPr indent="-342900" lvl="0" marL="457200" rtl="0" algn="l">
              <a:spcBef>
                <a:spcPts val="0"/>
              </a:spcBef>
              <a:spcAft>
                <a:spcPts val="0"/>
              </a:spcAft>
              <a:buSzPts val="1800"/>
              <a:buAutoNum type="arabicPeriod"/>
            </a:pPr>
            <a:r>
              <a:rPr lang="en"/>
              <a:t>Efficient monte carlo sampling strategies in high dimensions.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53" name="Shape 55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Matthew McDermott Research Slides">
  <a:themeElements>
    <a:clrScheme name="Simple Light">
      <a:dk1>
        <a:srgbClr val="000000"/>
      </a:dk1>
      <a:lt1>
        <a:srgbClr val="FFFFFF"/>
      </a:lt1>
      <a:dk2>
        <a:srgbClr val="595959"/>
      </a:dk2>
      <a:lt2>
        <a:srgbClr val="9BAEBC"/>
      </a:lt2>
      <a:accent1>
        <a:srgbClr val="87B0CD"/>
      </a:accent1>
      <a:accent2>
        <a:srgbClr val="1B303D"/>
      </a:accent2>
      <a:accent3>
        <a:srgbClr val="677987"/>
      </a:accent3>
      <a:accent4>
        <a:srgbClr val="3C2734"/>
      </a:accent4>
      <a:accent5>
        <a:srgbClr val="6C5563"/>
      </a:accent5>
      <a:accent6>
        <a:srgbClr val="EB9928"/>
      </a:accent6>
      <a:hlink>
        <a:srgbClr val="00A3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